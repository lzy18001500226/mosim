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0" r:id="rId2"/>
    <p:sldId id="256" r:id="rId3"/>
    <p:sldId id="261" r:id="rId4"/>
    <p:sldId id="257" r:id="rId5"/>
    <p:sldId id="262" r:id="rId6"/>
    <p:sldId id="263" r:id="rId7"/>
    <p:sldId id="264" r:id="rId8"/>
    <p:sldId id="265" r:id="rId9"/>
    <p:sldId id="266" r:id="rId10"/>
    <p:sldId id="25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24263-D71B-4AE1-B0A9-AEFCF8CBFD27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F2735-ABE6-48FF-A6FD-15A0F7C99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68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6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0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4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15" name="直接连接符 14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91794" y="4861467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苏州同元软控信息技术有限公司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91558" y="5703565"/>
            <a:ext cx="2008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sz="2800" b="1" dirty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64"/>
          <a:stretch>
            <a:fillRect/>
          </a:stretch>
        </p:blipFill>
        <p:spPr bwMode="auto">
          <a:xfrm>
            <a:off x="3105150" y="4861467"/>
            <a:ext cx="628649" cy="46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617487"/>
            <a:ext cx="12192000" cy="17724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0" y="2110120"/>
            <a:ext cx="12192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PostEngineer</a:t>
            </a:r>
            <a:r>
              <a:rPr kumimoji="0" lang="en-US" altLang="zh-CN" sz="3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培训教程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</a:t>
            </a:r>
            <a:endParaRPr kumimoji="0" lang="en-US" altLang="zh-CN" sz="28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-1" y="2809906"/>
            <a:ext cx="12192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第五讲 </a:t>
            </a:r>
            <a:r>
              <a:rPr lang="en-US" altLang="zh-CN" sz="200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PE</a:t>
            </a:r>
            <a:r>
              <a:rPr lang="zh-CN" altLang="en-US" sz="2000" noProof="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组件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/>
          <p:cNvSpPr/>
          <p:nvPr/>
        </p:nvSpPr>
        <p:spPr>
          <a:xfrm>
            <a:off x="2054547" y="2381284"/>
            <a:ext cx="2217353" cy="2217353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897968" y="2224705"/>
            <a:ext cx="2530511" cy="2530511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897968" y="2224705"/>
            <a:ext cx="2530511" cy="2530511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595073" y="1921810"/>
            <a:ext cx="3136300" cy="3136300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27233" y="2826237"/>
            <a:ext cx="2071979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目录</a:t>
            </a:r>
            <a:endParaRPr lang="en-US" altLang="zh-CN" sz="48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307341" y="2545390"/>
            <a:ext cx="1640246" cy="1842935"/>
            <a:chOff x="1997035" y="2290189"/>
            <a:chExt cx="1640246" cy="1842935"/>
          </a:xfrm>
        </p:grpSpPr>
        <p:sp>
          <p:nvSpPr>
            <p:cNvPr id="35" name="椭圆 34"/>
            <p:cNvSpPr/>
            <p:nvPr/>
          </p:nvSpPr>
          <p:spPr>
            <a:xfrm>
              <a:off x="1997035" y="3945759"/>
              <a:ext cx="187365" cy="187365"/>
            </a:xfrm>
            <a:prstGeom prst="ellipse">
              <a:avLst/>
            </a:prstGeom>
            <a:solidFill>
              <a:srgbClr val="3A6B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3484683" y="2290189"/>
              <a:ext cx="152598" cy="1525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7" name="直接连接符 36"/>
            <p:cNvCxnSpPr>
              <a:stCxn id="36" idx="3"/>
              <a:endCxn id="35" idx="7"/>
            </p:cNvCxnSpPr>
            <p:nvPr/>
          </p:nvCxnSpPr>
          <p:spPr>
            <a:xfrm flipH="1">
              <a:off x="2156961" y="2420440"/>
              <a:ext cx="1350069" cy="1552758"/>
            </a:xfrm>
            <a:prstGeom prst="line">
              <a:avLst/>
            </a:prstGeom>
            <a:ln>
              <a:solidFill>
                <a:schemeClr val="bg1">
                  <a:alpha val="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2482587" y="3587847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ONTENTS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10"/>
          <p:cNvSpPr txBox="1"/>
          <p:nvPr/>
        </p:nvSpPr>
        <p:spPr>
          <a:xfrm>
            <a:off x="6596623" y="2728706"/>
            <a:ext cx="172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组件概述</a:t>
            </a:r>
          </a:p>
        </p:txBody>
      </p:sp>
      <p:sp>
        <p:nvSpPr>
          <p:cNvPr id="29" name="文本框 12"/>
          <p:cNvSpPr txBox="1"/>
          <p:nvPr/>
        </p:nvSpPr>
        <p:spPr>
          <a:xfrm>
            <a:off x="5365358" y="2741046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文本框 13"/>
          <p:cNvSpPr txBox="1"/>
          <p:nvPr/>
        </p:nvSpPr>
        <p:spPr>
          <a:xfrm>
            <a:off x="6596623" y="4063116"/>
            <a:ext cx="2824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组件应用</a:t>
            </a:r>
          </a:p>
        </p:txBody>
      </p:sp>
      <p:sp>
        <p:nvSpPr>
          <p:cNvPr id="31" name="文本框 15"/>
          <p:cNvSpPr txBox="1"/>
          <p:nvPr/>
        </p:nvSpPr>
        <p:spPr>
          <a:xfrm>
            <a:off x="5365358" y="3864361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327258" y="2675641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327258" y="3801496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96621" y="3178401"/>
            <a:ext cx="4291965" cy="2951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组件包含的对象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组件的制作过程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组件的加载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 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50939" y="3080729"/>
            <a:ext cx="2277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组件概述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2887454" y="2921168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01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688121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88121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70425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53489" y="3552110"/>
            <a:ext cx="4550390" cy="3492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组件包含的对象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组件的制作过程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组件的加载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6734386" y="3684359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5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5646238" y="4157407"/>
            <a:ext cx="950686" cy="870617"/>
          </a:xfrm>
          <a:prstGeom prst="ellipse">
            <a:avLst/>
          </a:prstGeom>
          <a:solidFill>
            <a:srgbClr val="F38036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729" y="3285285"/>
            <a:ext cx="1998914" cy="72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千图PPT彼岸天：ID 8661124库_任意多边形 31"/>
          <p:cNvSpPr/>
          <p:nvPr/>
        </p:nvSpPr>
        <p:spPr bwMode="auto">
          <a:xfrm>
            <a:off x="4734047" y="2725949"/>
            <a:ext cx="2606584" cy="2594250"/>
          </a:xfrm>
          <a:custGeom>
            <a:avLst/>
            <a:gdLst>
              <a:gd name="T0" fmla="*/ 569 w 713"/>
              <a:gd name="T1" fmla="*/ 74 h 709"/>
              <a:gd name="T2" fmla="*/ 571 w 713"/>
              <a:gd name="T3" fmla="*/ 89 h 709"/>
              <a:gd name="T4" fmla="*/ 555 w 713"/>
              <a:gd name="T5" fmla="*/ 92 h 709"/>
              <a:gd name="T6" fmla="*/ 379 w 713"/>
              <a:gd name="T7" fmla="*/ 24 h 709"/>
              <a:gd name="T8" fmla="*/ 358 w 713"/>
              <a:gd name="T9" fmla="*/ 23 h 709"/>
              <a:gd name="T10" fmla="*/ 358 w 713"/>
              <a:gd name="T11" fmla="*/ 1 h 709"/>
              <a:gd name="T12" fmla="*/ 380 w 713"/>
              <a:gd name="T13" fmla="*/ 2 h 709"/>
              <a:gd name="T14" fmla="*/ 569 w 713"/>
              <a:gd name="T15" fmla="*/ 74 h 709"/>
              <a:gd name="T16" fmla="*/ 358 w 713"/>
              <a:gd name="T17" fmla="*/ 708 h 709"/>
              <a:gd name="T18" fmla="*/ 358 w 713"/>
              <a:gd name="T19" fmla="*/ 686 h 709"/>
              <a:gd name="T20" fmla="*/ 470 w 713"/>
              <a:gd name="T21" fmla="*/ 664 h 709"/>
              <a:gd name="T22" fmla="*/ 634 w 713"/>
              <a:gd name="T23" fmla="*/ 531 h 709"/>
              <a:gd name="T24" fmla="*/ 683 w 713"/>
              <a:gd name="T25" fmla="*/ 322 h 709"/>
              <a:gd name="T26" fmla="*/ 694 w 713"/>
              <a:gd name="T27" fmla="*/ 310 h 709"/>
              <a:gd name="T28" fmla="*/ 706 w 713"/>
              <a:gd name="T29" fmla="*/ 320 h 709"/>
              <a:gd name="T30" fmla="*/ 653 w 713"/>
              <a:gd name="T31" fmla="*/ 544 h 709"/>
              <a:gd name="T32" fmla="*/ 478 w 713"/>
              <a:gd name="T33" fmla="*/ 686 h 709"/>
              <a:gd name="T34" fmla="*/ 358 w 713"/>
              <a:gd name="T35" fmla="*/ 708 h 709"/>
              <a:gd name="T36" fmla="*/ 358 w 713"/>
              <a:gd name="T37" fmla="*/ 23 h 709"/>
              <a:gd name="T38" fmla="*/ 218 w 713"/>
              <a:gd name="T39" fmla="*/ 53 h 709"/>
              <a:gd name="T40" fmla="*/ 90 w 713"/>
              <a:gd name="T41" fmla="*/ 154 h 709"/>
              <a:gd name="T42" fmla="*/ 24 w 713"/>
              <a:gd name="T43" fmla="*/ 331 h 709"/>
              <a:gd name="T44" fmla="*/ 24 w 713"/>
              <a:gd name="T45" fmla="*/ 331 h 709"/>
              <a:gd name="T46" fmla="*/ 24 w 713"/>
              <a:gd name="T47" fmla="*/ 331 h 709"/>
              <a:gd name="T48" fmla="*/ 23 w 713"/>
              <a:gd name="T49" fmla="*/ 358 h 709"/>
              <a:gd name="T50" fmla="*/ 25 w 713"/>
              <a:gd name="T51" fmla="*/ 385 h 709"/>
              <a:gd name="T52" fmla="*/ 14 w 713"/>
              <a:gd name="T53" fmla="*/ 397 h 709"/>
              <a:gd name="T54" fmla="*/ 2 w 713"/>
              <a:gd name="T55" fmla="*/ 387 h 709"/>
              <a:gd name="T56" fmla="*/ 0 w 713"/>
              <a:gd name="T57" fmla="*/ 358 h 709"/>
              <a:gd name="T58" fmla="*/ 1 w 713"/>
              <a:gd name="T59" fmla="*/ 330 h 709"/>
              <a:gd name="T60" fmla="*/ 1 w 713"/>
              <a:gd name="T61" fmla="*/ 330 h 709"/>
              <a:gd name="T62" fmla="*/ 72 w 713"/>
              <a:gd name="T63" fmla="*/ 140 h 709"/>
              <a:gd name="T64" fmla="*/ 209 w 713"/>
              <a:gd name="T65" fmla="*/ 32 h 709"/>
              <a:gd name="T66" fmla="*/ 358 w 713"/>
              <a:gd name="T67" fmla="*/ 1 h 709"/>
              <a:gd name="T68" fmla="*/ 358 w 713"/>
              <a:gd name="T69" fmla="*/ 23 h 709"/>
              <a:gd name="T70" fmla="*/ 358 w 713"/>
              <a:gd name="T71" fmla="*/ 686 h 709"/>
              <a:gd name="T72" fmla="*/ 358 w 713"/>
              <a:gd name="T73" fmla="*/ 708 h 709"/>
              <a:gd name="T74" fmla="*/ 299 w 713"/>
              <a:gd name="T75" fmla="*/ 704 h 709"/>
              <a:gd name="T76" fmla="*/ 148 w 713"/>
              <a:gd name="T77" fmla="*/ 639 h 709"/>
              <a:gd name="T78" fmla="*/ 146 w 713"/>
              <a:gd name="T79" fmla="*/ 623 h 709"/>
              <a:gd name="T80" fmla="*/ 162 w 713"/>
              <a:gd name="T81" fmla="*/ 621 h 709"/>
              <a:gd name="T82" fmla="*/ 302 w 713"/>
              <a:gd name="T83" fmla="*/ 681 h 709"/>
              <a:gd name="T84" fmla="*/ 358 w 713"/>
              <a:gd name="T85" fmla="*/ 686 h 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13" h="709">
                <a:moveTo>
                  <a:pt x="569" y="74"/>
                </a:moveTo>
                <a:cubicBezTo>
                  <a:pt x="574" y="77"/>
                  <a:pt x="575" y="84"/>
                  <a:pt x="571" y="89"/>
                </a:cubicBezTo>
                <a:cubicBezTo>
                  <a:pt x="567" y="94"/>
                  <a:pt x="560" y="95"/>
                  <a:pt x="555" y="92"/>
                </a:cubicBezTo>
                <a:cubicBezTo>
                  <a:pt x="501" y="50"/>
                  <a:pt x="440" y="29"/>
                  <a:pt x="379" y="24"/>
                </a:cubicBezTo>
                <a:cubicBezTo>
                  <a:pt x="372" y="24"/>
                  <a:pt x="365" y="24"/>
                  <a:pt x="358" y="23"/>
                </a:cubicBezTo>
                <a:cubicBezTo>
                  <a:pt x="358" y="1"/>
                  <a:pt x="358" y="1"/>
                  <a:pt x="358" y="1"/>
                </a:cubicBezTo>
                <a:cubicBezTo>
                  <a:pt x="366" y="1"/>
                  <a:pt x="373" y="1"/>
                  <a:pt x="380" y="2"/>
                </a:cubicBezTo>
                <a:cubicBezTo>
                  <a:pt x="445" y="6"/>
                  <a:pt x="511" y="29"/>
                  <a:pt x="569" y="74"/>
                </a:cubicBezTo>
                <a:close/>
                <a:moveTo>
                  <a:pt x="358" y="708"/>
                </a:moveTo>
                <a:cubicBezTo>
                  <a:pt x="358" y="686"/>
                  <a:pt x="358" y="686"/>
                  <a:pt x="358" y="686"/>
                </a:cubicBezTo>
                <a:cubicBezTo>
                  <a:pt x="395" y="685"/>
                  <a:pt x="432" y="678"/>
                  <a:pt x="470" y="664"/>
                </a:cubicBezTo>
                <a:cubicBezTo>
                  <a:pt x="542" y="637"/>
                  <a:pt x="598" y="590"/>
                  <a:pt x="634" y="531"/>
                </a:cubicBezTo>
                <a:cubicBezTo>
                  <a:pt x="673" y="469"/>
                  <a:pt x="690" y="395"/>
                  <a:pt x="683" y="322"/>
                </a:cubicBezTo>
                <a:cubicBezTo>
                  <a:pt x="683" y="316"/>
                  <a:pt x="687" y="311"/>
                  <a:pt x="694" y="310"/>
                </a:cubicBezTo>
                <a:cubicBezTo>
                  <a:pt x="700" y="310"/>
                  <a:pt x="705" y="314"/>
                  <a:pt x="706" y="320"/>
                </a:cubicBezTo>
                <a:cubicBezTo>
                  <a:pt x="713" y="398"/>
                  <a:pt x="695" y="477"/>
                  <a:pt x="653" y="544"/>
                </a:cubicBezTo>
                <a:cubicBezTo>
                  <a:pt x="614" y="606"/>
                  <a:pt x="555" y="657"/>
                  <a:pt x="478" y="686"/>
                </a:cubicBezTo>
                <a:cubicBezTo>
                  <a:pt x="438" y="701"/>
                  <a:pt x="398" y="708"/>
                  <a:pt x="358" y="708"/>
                </a:cubicBezTo>
                <a:close/>
                <a:moveTo>
                  <a:pt x="358" y="23"/>
                </a:moveTo>
                <a:cubicBezTo>
                  <a:pt x="310" y="23"/>
                  <a:pt x="262" y="34"/>
                  <a:pt x="218" y="53"/>
                </a:cubicBezTo>
                <a:cubicBezTo>
                  <a:pt x="168" y="76"/>
                  <a:pt x="124" y="110"/>
                  <a:pt x="90" y="154"/>
                </a:cubicBezTo>
                <a:cubicBezTo>
                  <a:pt x="53" y="203"/>
                  <a:pt x="29" y="263"/>
                  <a:pt x="24" y="331"/>
                </a:cubicBezTo>
                <a:cubicBezTo>
                  <a:pt x="24" y="331"/>
                  <a:pt x="24" y="331"/>
                  <a:pt x="24" y="331"/>
                </a:cubicBezTo>
                <a:cubicBezTo>
                  <a:pt x="24" y="331"/>
                  <a:pt x="24" y="331"/>
                  <a:pt x="24" y="331"/>
                </a:cubicBezTo>
                <a:cubicBezTo>
                  <a:pt x="23" y="340"/>
                  <a:pt x="23" y="349"/>
                  <a:pt x="23" y="358"/>
                </a:cubicBezTo>
                <a:cubicBezTo>
                  <a:pt x="23" y="367"/>
                  <a:pt x="24" y="376"/>
                  <a:pt x="25" y="385"/>
                </a:cubicBezTo>
                <a:cubicBezTo>
                  <a:pt x="25" y="391"/>
                  <a:pt x="20" y="396"/>
                  <a:pt x="14" y="397"/>
                </a:cubicBezTo>
                <a:cubicBezTo>
                  <a:pt x="8" y="398"/>
                  <a:pt x="2" y="393"/>
                  <a:pt x="2" y="387"/>
                </a:cubicBezTo>
                <a:cubicBezTo>
                  <a:pt x="1" y="377"/>
                  <a:pt x="1" y="368"/>
                  <a:pt x="0" y="358"/>
                </a:cubicBezTo>
                <a:cubicBezTo>
                  <a:pt x="0" y="349"/>
                  <a:pt x="1" y="339"/>
                  <a:pt x="1" y="330"/>
                </a:cubicBezTo>
                <a:cubicBezTo>
                  <a:pt x="1" y="330"/>
                  <a:pt x="1" y="330"/>
                  <a:pt x="1" y="330"/>
                </a:cubicBezTo>
                <a:cubicBezTo>
                  <a:pt x="6" y="256"/>
                  <a:pt x="32" y="192"/>
                  <a:pt x="72" y="140"/>
                </a:cubicBezTo>
                <a:cubicBezTo>
                  <a:pt x="108" y="93"/>
                  <a:pt x="156" y="56"/>
                  <a:pt x="209" y="32"/>
                </a:cubicBezTo>
                <a:cubicBezTo>
                  <a:pt x="256" y="11"/>
                  <a:pt x="307" y="0"/>
                  <a:pt x="358" y="1"/>
                </a:cubicBezTo>
                <a:cubicBezTo>
                  <a:pt x="358" y="23"/>
                  <a:pt x="358" y="23"/>
                  <a:pt x="358" y="23"/>
                </a:cubicBezTo>
                <a:close/>
                <a:moveTo>
                  <a:pt x="358" y="686"/>
                </a:moveTo>
                <a:cubicBezTo>
                  <a:pt x="358" y="708"/>
                  <a:pt x="358" y="708"/>
                  <a:pt x="358" y="708"/>
                </a:cubicBezTo>
                <a:cubicBezTo>
                  <a:pt x="338" y="709"/>
                  <a:pt x="318" y="707"/>
                  <a:pt x="299" y="704"/>
                </a:cubicBezTo>
                <a:cubicBezTo>
                  <a:pt x="237" y="694"/>
                  <a:pt x="195" y="676"/>
                  <a:pt x="148" y="639"/>
                </a:cubicBezTo>
                <a:cubicBezTo>
                  <a:pt x="143" y="635"/>
                  <a:pt x="142" y="627"/>
                  <a:pt x="146" y="623"/>
                </a:cubicBezTo>
                <a:cubicBezTo>
                  <a:pt x="150" y="618"/>
                  <a:pt x="157" y="617"/>
                  <a:pt x="162" y="621"/>
                </a:cubicBezTo>
                <a:cubicBezTo>
                  <a:pt x="206" y="656"/>
                  <a:pt x="245" y="672"/>
                  <a:pt x="302" y="681"/>
                </a:cubicBezTo>
                <a:cubicBezTo>
                  <a:pt x="321" y="684"/>
                  <a:pt x="339" y="686"/>
                  <a:pt x="358" y="686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千图PPT彼岸天：ID 8661124库_椭圆 34"/>
          <p:cNvSpPr/>
          <p:nvPr/>
        </p:nvSpPr>
        <p:spPr>
          <a:xfrm>
            <a:off x="6745160" y="3052795"/>
            <a:ext cx="731886" cy="731885"/>
          </a:xfrm>
          <a:prstGeom prst="ellipse">
            <a:avLst/>
          </a:prstGeom>
          <a:solidFill>
            <a:srgbClr val="3A6BBF"/>
          </a:solidFill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千图PPT彼岸天：ID 8661124库_椭圆 35"/>
          <p:cNvSpPr/>
          <p:nvPr/>
        </p:nvSpPr>
        <p:spPr>
          <a:xfrm>
            <a:off x="4539794" y="4296139"/>
            <a:ext cx="731886" cy="7318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8" name="千图PPT彼岸天：ID 8661124库_任意多边形 36"/>
          <p:cNvSpPr/>
          <p:nvPr/>
        </p:nvSpPr>
        <p:spPr>
          <a:xfrm>
            <a:off x="6910998" y="3270951"/>
            <a:ext cx="400739" cy="297261"/>
          </a:xfrm>
          <a:custGeom>
            <a:avLst/>
            <a:gdLst>
              <a:gd name="connsiteX0" fmla="*/ 9246 w 338138"/>
              <a:gd name="connsiteY0" fmla="*/ 217487 h 250825"/>
              <a:gd name="connsiteX1" fmla="*/ 328892 w 338138"/>
              <a:gd name="connsiteY1" fmla="*/ 217487 h 250825"/>
              <a:gd name="connsiteX2" fmla="*/ 338138 w 338138"/>
              <a:gd name="connsiteY2" fmla="*/ 226822 h 250825"/>
              <a:gd name="connsiteX3" fmla="*/ 314363 w 338138"/>
              <a:gd name="connsiteY3" fmla="*/ 250825 h 250825"/>
              <a:gd name="connsiteX4" fmla="*/ 23775 w 338138"/>
              <a:gd name="connsiteY4" fmla="*/ 250825 h 250825"/>
              <a:gd name="connsiteX5" fmla="*/ 0 w 338138"/>
              <a:gd name="connsiteY5" fmla="*/ 226822 h 250825"/>
              <a:gd name="connsiteX6" fmla="*/ 9246 w 338138"/>
              <a:gd name="connsiteY6" fmla="*/ 217487 h 250825"/>
              <a:gd name="connsiteX7" fmla="*/ 100182 w 338138"/>
              <a:gd name="connsiteY7" fmla="*/ 100012 h 250825"/>
              <a:gd name="connsiteX8" fmla="*/ 123655 w 338138"/>
              <a:gd name="connsiteY8" fmla="*/ 100012 h 250825"/>
              <a:gd name="connsiteX9" fmla="*/ 130175 w 338138"/>
              <a:gd name="connsiteY9" fmla="*/ 106705 h 250825"/>
              <a:gd name="connsiteX10" fmla="*/ 130175 w 338138"/>
              <a:gd name="connsiteY10" fmla="*/ 161583 h 250825"/>
              <a:gd name="connsiteX11" fmla="*/ 123655 w 338138"/>
              <a:gd name="connsiteY11" fmla="*/ 168275 h 250825"/>
              <a:gd name="connsiteX12" fmla="*/ 100182 w 338138"/>
              <a:gd name="connsiteY12" fmla="*/ 168275 h 250825"/>
              <a:gd name="connsiteX13" fmla="*/ 93662 w 338138"/>
              <a:gd name="connsiteY13" fmla="*/ 161583 h 250825"/>
              <a:gd name="connsiteX14" fmla="*/ 93662 w 338138"/>
              <a:gd name="connsiteY14" fmla="*/ 106705 h 250825"/>
              <a:gd name="connsiteX15" fmla="*/ 100182 w 338138"/>
              <a:gd name="connsiteY15" fmla="*/ 100012 h 250825"/>
              <a:gd name="connsiteX16" fmla="*/ 157332 w 338138"/>
              <a:gd name="connsiteY16" fmla="*/ 77787 h 250825"/>
              <a:gd name="connsiteX17" fmla="*/ 180805 w 338138"/>
              <a:gd name="connsiteY17" fmla="*/ 77787 h 250825"/>
              <a:gd name="connsiteX18" fmla="*/ 187325 w 338138"/>
              <a:gd name="connsiteY18" fmla="*/ 84441 h 250825"/>
              <a:gd name="connsiteX19" fmla="*/ 187325 w 338138"/>
              <a:gd name="connsiteY19" fmla="*/ 161622 h 250825"/>
              <a:gd name="connsiteX20" fmla="*/ 180805 w 338138"/>
              <a:gd name="connsiteY20" fmla="*/ 168275 h 250825"/>
              <a:gd name="connsiteX21" fmla="*/ 157332 w 338138"/>
              <a:gd name="connsiteY21" fmla="*/ 168275 h 250825"/>
              <a:gd name="connsiteX22" fmla="*/ 150812 w 338138"/>
              <a:gd name="connsiteY22" fmla="*/ 161622 h 250825"/>
              <a:gd name="connsiteX23" fmla="*/ 150812 w 338138"/>
              <a:gd name="connsiteY23" fmla="*/ 84441 h 250825"/>
              <a:gd name="connsiteX24" fmla="*/ 157332 w 338138"/>
              <a:gd name="connsiteY24" fmla="*/ 77787 h 250825"/>
              <a:gd name="connsiteX25" fmla="*/ 216070 w 338138"/>
              <a:gd name="connsiteY25" fmla="*/ 49212 h 250825"/>
              <a:gd name="connsiteX26" fmla="*/ 239543 w 338138"/>
              <a:gd name="connsiteY26" fmla="*/ 49212 h 250825"/>
              <a:gd name="connsiteX27" fmla="*/ 246063 w 338138"/>
              <a:gd name="connsiteY27" fmla="*/ 55827 h 250825"/>
              <a:gd name="connsiteX28" fmla="*/ 246063 w 338138"/>
              <a:gd name="connsiteY28" fmla="*/ 161661 h 250825"/>
              <a:gd name="connsiteX29" fmla="*/ 239543 w 338138"/>
              <a:gd name="connsiteY29" fmla="*/ 168275 h 250825"/>
              <a:gd name="connsiteX30" fmla="*/ 216070 w 338138"/>
              <a:gd name="connsiteY30" fmla="*/ 168275 h 250825"/>
              <a:gd name="connsiteX31" fmla="*/ 209550 w 338138"/>
              <a:gd name="connsiteY31" fmla="*/ 161661 h 250825"/>
              <a:gd name="connsiteX32" fmla="*/ 209550 w 338138"/>
              <a:gd name="connsiteY32" fmla="*/ 55827 h 250825"/>
              <a:gd name="connsiteX33" fmla="*/ 216070 w 338138"/>
              <a:gd name="connsiteY33" fmla="*/ 49212 h 250825"/>
              <a:gd name="connsiteX34" fmla="*/ 53428 w 338138"/>
              <a:gd name="connsiteY34" fmla="*/ 22225 h 250825"/>
              <a:gd name="connsiteX35" fmla="*/ 50800 w 338138"/>
              <a:gd name="connsiteY35" fmla="*/ 24858 h 250825"/>
              <a:gd name="connsiteX36" fmla="*/ 50800 w 338138"/>
              <a:gd name="connsiteY36" fmla="*/ 182834 h 250825"/>
              <a:gd name="connsiteX37" fmla="*/ 53428 w 338138"/>
              <a:gd name="connsiteY37" fmla="*/ 184150 h 250825"/>
              <a:gd name="connsiteX38" fmla="*/ 284710 w 338138"/>
              <a:gd name="connsiteY38" fmla="*/ 184150 h 250825"/>
              <a:gd name="connsiteX39" fmla="*/ 287338 w 338138"/>
              <a:gd name="connsiteY39" fmla="*/ 182834 h 250825"/>
              <a:gd name="connsiteX40" fmla="*/ 287338 w 338138"/>
              <a:gd name="connsiteY40" fmla="*/ 24858 h 250825"/>
              <a:gd name="connsiteX41" fmla="*/ 284710 w 338138"/>
              <a:gd name="connsiteY41" fmla="*/ 22225 h 250825"/>
              <a:gd name="connsiteX42" fmla="*/ 53428 w 338138"/>
              <a:gd name="connsiteY42" fmla="*/ 22225 h 250825"/>
              <a:gd name="connsiteX43" fmla="*/ 53663 w 338138"/>
              <a:gd name="connsiteY43" fmla="*/ 0 h 250825"/>
              <a:gd name="connsiteX44" fmla="*/ 286062 w 338138"/>
              <a:gd name="connsiteY44" fmla="*/ 0 h 250825"/>
              <a:gd name="connsiteX45" fmla="*/ 311150 w 338138"/>
              <a:gd name="connsiteY45" fmla="*/ 25008 h 250825"/>
              <a:gd name="connsiteX46" fmla="*/ 311150 w 338138"/>
              <a:gd name="connsiteY46" fmla="*/ 182955 h 250825"/>
              <a:gd name="connsiteX47" fmla="*/ 286062 w 338138"/>
              <a:gd name="connsiteY47" fmla="*/ 207963 h 250825"/>
              <a:gd name="connsiteX48" fmla="*/ 53663 w 338138"/>
              <a:gd name="connsiteY48" fmla="*/ 207963 h 250825"/>
              <a:gd name="connsiteX49" fmla="*/ 28575 w 338138"/>
              <a:gd name="connsiteY49" fmla="*/ 182955 h 250825"/>
              <a:gd name="connsiteX50" fmla="*/ 28575 w 338138"/>
              <a:gd name="connsiteY50" fmla="*/ 25008 h 250825"/>
              <a:gd name="connsiteX51" fmla="*/ 53663 w 338138"/>
              <a:gd name="connsiteY51" fmla="*/ 0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38138" h="250825">
                <a:moveTo>
                  <a:pt x="9246" y="217487"/>
                </a:moveTo>
                <a:cubicBezTo>
                  <a:pt x="9246" y="217487"/>
                  <a:pt x="9246" y="217487"/>
                  <a:pt x="328892" y="217487"/>
                </a:cubicBezTo>
                <a:cubicBezTo>
                  <a:pt x="334176" y="217487"/>
                  <a:pt x="338138" y="221488"/>
                  <a:pt x="338138" y="226822"/>
                </a:cubicBezTo>
                <a:cubicBezTo>
                  <a:pt x="338138" y="240157"/>
                  <a:pt x="327571" y="250825"/>
                  <a:pt x="314363" y="250825"/>
                </a:cubicBezTo>
                <a:cubicBezTo>
                  <a:pt x="314363" y="250825"/>
                  <a:pt x="314363" y="250825"/>
                  <a:pt x="23775" y="250825"/>
                </a:cubicBezTo>
                <a:cubicBezTo>
                  <a:pt x="10567" y="250825"/>
                  <a:pt x="0" y="240157"/>
                  <a:pt x="0" y="226822"/>
                </a:cubicBezTo>
                <a:cubicBezTo>
                  <a:pt x="0" y="221488"/>
                  <a:pt x="3962" y="217487"/>
                  <a:pt x="9246" y="217487"/>
                </a:cubicBezTo>
                <a:close/>
                <a:moveTo>
                  <a:pt x="100182" y="100012"/>
                </a:moveTo>
                <a:cubicBezTo>
                  <a:pt x="100182" y="100012"/>
                  <a:pt x="100182" y="100012"/>
                  <a:pt x="123655" y="100012"/>
                </a:cubicBezTo>
                <a:cubicBezTo>
                  <a:pt x="127567" y="100012"/>
                  <a:pt x="130175" y="102689"/>
                  <a:pt x="130175" y="106705"/>
                </a:cubicBezTo>
                <a:cubicBezTo>
                  <a:pt x="130175" y="106705"/>
                  <a:pt x="130175" y="106705"/>
                  <a:pt x="130175" y="161583"/>
                </a:cubicBezTo>
                <a:cubicBezTo>
                  <a:pt x="130175" y="165598"/>
                  <a:pt x="127567" y="168275"/>
                  <a:pt x="123655" y="168275"/>
                </a:cubicBezTo>
                <a:cubicBezTo>
                  <a:pt x="123655" y="168275"/>
                  <a:pt x="123655" y="168275"/>
                  <a:pt x="100182" y="168275"/>
                </a:cubicBezTo>
                <a:cubicBezTo>
                  <a:pt x="96270" y="168275"/>
                  <a:pt x="93662" y="165598"/>
                  <a:pt x="93662" y="161583"/>
                </a:cubicBezTo>
                <a:cubicBezTo>
                  <a:pt x="93662" y="161583"/>
                  <a:pt x="93662" y="161583"/>
                  <a:pt x="93662" y="106705"/>
                </a:cubicBezTo>
                <a:cubicBezTo>
                  <a:pt x="93662" y="102689"/>
                  <a:pt x="96270" y="100012"/>
                  <a:pt x="100182" y="100012"/>
                </a:cubicBezTo>
                <a:close/>
                <a:moveTo>
                  <a:pt x="157332" y="77787"/>
                </a:moveTo>
                <a:cubicBezTo>
                  <a:pt x="157332" y="77787"/>
                  <a:pt x="157332" y="77787"/>
                  <a:pt x="180805" y="77787"/>
                </a:cubicBezTo>
                <a:cubicBezTo>
                  <a:pt x="184717" y="77787"/>
                  <a:pt x="187325" y="81779"/>
                  <a:pt x="187325" y="84441"/>
                </a:cubicBezTo>
                <a:cubicBezTo>
                  <a:pt x="187325" y="84441"/>
                  <a:pt x="187325" y="84441"/>
                  <a:pt x="187325" y="161622"/>
                </a:cubicBezTo>
                <a:cubicBezTo>
                  <a:pt x="187325" y="165614"/>
                  <a:pt x="184717" y="168275"/>
                  <a:pt x="180805" y="168275"/>
                </a:cubicBezTo>
                <a:cubicBezTo>
                  <a:pt x="180805" y="168275"/>
                  <a:pt x="180805" y="168275"/>
                  <a:pt x="157332" y="168275"/>
                </a:cubicBezTo>
                <a:cubicBezTo>
                  <a:pt x="153420" y="168275"/>
                  <a:pt x="150812" y="165614"/>
                  <a:pt x="150812" y="161622"/>
                </a:cubicBezTo>
                <a:cubicBezTo>
                  <a:pt x="150812" y="161622"/>
                  <a:pt x="150812" y="161622"/>
                  <a:pt x="150812" y="84441"/>
                </a:cubicBezTo>
                <a:cubicBezTo>
                  <a:pt x="150812" y="81779"/>
                  <a:pt x="153420" y="77787"/>
                  <a:pt x="157332" y="77787"/>
                </a:cubicBezTo>
                <a:close/>
                <a:moveTo>
                  <a:pt x="216070" y="49212"/>
                </a:moveTo>
                <a:cubicBezTo>
                  <a:pt x="216070" y="49212"/>
                  <a:pt x="216070" y="49212"/>
                  <a:pt x="239543" y="49212"/>
                </a:cubicBezTo>
                <a:cubicBezTo>
                  <a:pt x="243455" y="49212"/>
                  <a:pt x="246063" y="51858"/>
                  <a:pt x="246063" y="55827"/>
                </a:cubicBezTo>
                <a:cubicBezTo>
                  <a:pt x="246063" y="55827"/>
                  <a:pt x="246063" y="55827"/>
                  <a:pt x="246063" y="161661"/>
                </a:cubicBezTo>
                <a:cubicBezTo>
                  <a:pt x="246063" y="165629"/>
                  <a:pt x="243455" y="168275"/>
                  <a:pt x="239543" y="168275"/>
                </a:cubicBezTo>
                <a:cubicBezTo>
                  <a:pt x="239543" y="168275"/>
                  <a:pt x="239543" y="168275"/>
                  <a:pt x="216070" y="168275"/>
                </a:cubicBezTo>
                <a:cubicBezTo>
                  <a:pt x="212158" y="168275"/>
                  <a:pt x="209550" y="165629"/>
                  <a:pt x="209550" y="161661"/>
                </a:cubicBezTo>
                <a:cubicBezTo>
                  <a:pt x="209550" y="161661"/>
                  <a:pt x="209550" y="161661"/>
                  <a:pt x="209550" y="55827"/>
                </a:cubicBezTo>
                <a:cubicBezTo>
                  <a:pt x="209550" y="51858"/>
                  <a:pt x="212158" y="49212"/>
                  <a:pt x="216070" y="49212"/>
                </a:cubicBezTo>
                <a:close/>
                <a:moveTo>
                  <a:pt x="53428" y="22225"/>
                </a:moveTo>
                <a:cubicBezTo>
                  <a:pt x="52114" y="22225"/>
                  <a:pt x="50800" y="23541"/>
                  <a:pt x="50800" y="24858"/>
                </a:cubicBezTo>
                <a:lnTo>
                  <a:pt x="50800" y="182834"/>
                </a:lnTo>
                <a:cubicBezTo>
                  <a:pt x="50800" y="184150"/>
                  <a:pt x="52114" y="184150"/>
                  <a:pt x="53428" y="184150"/>
                </a:cubicBezTo>
                <a:cubicBezTo>
                  <a:pt x="53428" y="184150"/>
                  <a:pt x="53428" y="184150"/>
                  <a:pt x="284710" y="184150"/>
                </a:cubicBezTo>
                <a:cubicBezTo>
                  <a:pt x="286024" y="184150"/>
                  <a:pt x="287338" y="184150"/>
                  <a:pt x="287338" y="182834"/>
                </a:cubicBezTo>
                <a:cubicBezTo>
                  <a:pt x="287338" y="182834"/>
                  <a:pt x="287338" y="182834"/>
                  <a:pt x="287338" y="24858"/>
                </a:cubicBezTo>
                <a:cubicBezTo>
                  <a:pt x="287338" y="23541"/>
                  <a:pt x="286024" y="22225"/>
                  <a:pt x="284710" y="22225"/>
                </a:cubicBezTo>
                <a:cubicBezTo>
                  <a:pt x="284710" y="22225"/>
                  <a:pt x="284710" y="22225"/>
                  <a:pt x="53428" y="22225"/>
                </a:cubicBezTo>
                <a:close/>
                <a:moveTo>
                  <a:pt x="53663" y="0"/>
                </a:moveTo>
                <a:cubicBezTo>
                  <a:pt x="53663" y="0"/>
                  <a:pt x="53663" y="0"/>
                  <a:pt x="286062" y="0"/>
                </a:cubicBezTo>
                <a:cubicBezTo>
                  <a:pt x="300587" y="0"/>
                  <a:pt x="311150" y="10530"/>
                  <a:pt x="311150" y="25008"/>
                </a:cubicBezTo>
                <a:cubicBezTo>
                  <a:pt x="311150" y="25008"/>
                  <a:pt x="311150" y="25008"/>
                  <a:pt x="311150" y="182955"/>
                </a:cubicBezTo>
                <a:cubicBezTo>
                  <a:pt x="311150" y="196117"/>
                  <a:pt x="300587" y="207963"/>
                  <a:pt x="286062" y="207963"/>
                </a:cubicBezTo>
                <a:cubicBezTo>
                  <a:pt x="286062" y="207963"/>
                  <a:pt x="286062" y="207963"/>
                  <a:pt x="53663" y="207963"/>
                </a:cubicBezTo>
                <a:cubicBezTo>
                  <a:pt x="39138" y="207963"/>
                  <a:pt x="28575" y="196117"/>
                  <a:pt x="28575" y="182955"/>
                </a:cubicBezTo>
                <a:cubicBezTo>
                  <a:pt x="28575" y="182955"/>
                  <a:pt x="28575" y="182955"/>
                  <a:pt x="28575" y="25008"/>
                </a:cubicBezTo>
                <a:cubicBezTo>
                  <a:pt x="28575" y="10530"/>
                  <a:pt x="39138" y="0"/>
                  <a:pt x="53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千图PPT彼岸天：ID 8661124库_任意多边形 37"/>
          <p:cNvSpPr/>
          <p:nvPr/>
        </p:nvSpPr>
        <p:spPr>
          <a:xfrm>
            <a:off x="4706901" y="4516200"/>
            <a:ext cx="400739" cy="297261"/>
          </a:xfrm>
          <a:custGeom>
            <a:avLst/>
            <a:gdLst>
              <a:gd name="connsiteX0" fmla="*/ 9246 w 338138"/>
              <a:gd name="connsiteY0" fmla="*/ 217487 h 250825"/>
              <a:gd name="connsiteX1" fmla="*/ 328892 w 338138"/>
              <a:gd name="connsiteY1" fmla="*/ 217487 h 250825"/>
              <a:gd name="connsiteX2" fmla="*/ 338138 w 338138"/>
              <a:gd name="connsiteY2" fmla="*/ 226822 h 250825"/>
              <a:gd name="connsiteX3" fmla="*/ 314363 w 338138"/>
              <a:gd name="connsiteY3" fmla="*/ 250825 h 250825"/>
              <a:gd name="connsiteX4" fmla="*/ 23775 w 338138"/>
              <a:gd name="connsiteY4" fmla="*/ 250825 h 250825"/>
              <a:gd name="connsiteX5" fmla="*/ 0 w 338138"/>
              <a:gd name="connsiteY5" fmla="*/ 226822 h 250825"/>
              <a:gd name="connsiteX6" fmla="*/ 9246 w 338138"/>
              <a:gd name="connsiteY6" fmla="*/ 217487 h 250825"/>
              <a:gd name="connsiteX7" fmla="*/ 100182 w 338138"/>
              <a:gd name="connsiteY7" fmla="*/ 100012 h 250825"/>
              <a:gd name="connsiteX8" fmla="*/ 123655 w 338138"/>
              <a:gd name="connsiteY8" fmla="*/ 100012 h 250825"/>
              <a:gd name="connsiteX9" fmla="*/ 130175 w 338138"/>
              <a:gd name="connsiteY9" fmla="*/ 106705 h 250825"/>
              <a:gd name="connsiteX10" fmla="*/ 130175 w 338138"/>
              <a:gd name="connsiteY10" fmla="*/ 161583 h 250825"/>
              <a:gd name="connsiteX11" fmla="*/ 123655 w 338138"/>
              <a:gd name="connsiteY11" fmla="*/ 168275 h 250825"/>
              <a:gd name="connsiteX12" fmla="*/ 100182 w 338138"/>
              <a:gd name="connsiteY12" fmla="*/ 168275 h 250825"/>
              <a:gd name="connsiteX13" fmla="*/ 93662 w 338138"/>
              <a:gd name="connsiteY13" fmla="*/ 161583 h 250825"/>
              <a:gd name="connsiteX14" fmla="*/ 93662 w 338138"/>
              <a:gd name="connsiteY14" fmla="*/ 106705 h 250825"/>
              <a:gd name="connsiteX15" fmla="*/ 100182 w 338138"/>
              <a:gd name="connsiteY15" fmla="*/ 100012 h 250825"/>
              <a:gd name="connsiteX16" fmla="*/ 157332 w 338138"/>
              <a:gd name="connsiteY16" fmla="*/ 77787 h 250825"/>
              <a:gd name="connsiteX17" fmla="*/ 180805 w 338138"/>
              <a:gd name="connsiteY17" fmla="*/ 77787 h 250825"/>
              <a:gd name="connsiteX18" fmla="*/ 187325 w 338138"/>
              <a:gd name="connsiteY18" fmla="*/ 84441 h 250825"/>
              <a:gd name="connsiteX19" fmla="*/ 187325 w 338138"/>
              <a:gd name="connsiteY19" fmla="*/ 161622 h 250825"/>
              <a:gd name="connsiteX20" fmla="*/ 180805 w 338138"/>
              <a:gd name="connsiteY20" fmla="*/ 168275 h 250825"/>
              <a:gd name="connsiteX21" fmla="*/ 157332 w 338138"/>
              <a:gd name="connsiteY21" fmla="*/ 168275 h 250825"/>
              <a:gd name="connsiteX22" fmla="*/ 150812 w 338138"/>
              <a:gd name="connsiteY22" fmla="*/ 161622 h 250825"/>
              <a:gd name="connsiteX23" fmla="*/ 150812 w 338138"/>
              <a:gd name="connsiteY23" fmla="*/ 84441 h 250825"/>
              <a:gd name="connsiteX24" fmla="*/ 157332 w 338138"/>
              <a:gd name="connsiteY24" fmla="*/ 77787 h 250825"/>
              <a:gd name="connsiteX25" fmla="*/ 216070 w 338138"/>
              <a:gd name="connsiteY25" fmla="*/ 49212 h 250825"/>
              <a:gd name="connsiteX26" fmla="*/ 239543 w 338138"/>
              <a:gd name="connsiteY26" fmla="*/ 49212 h 250825"/>
              <a:gd name="connsiteX27" fmla="*/ 246063 w 338138"/>
              <a:gd name="connsiteY27" fmla="*/ 55827 h 250825"/>
              <a:gd name="connsiteX28" fmla="*/ 246063 w 338138"/>
              <a:gd name="connsiteY28" fmla="*/ 161661 h 250825"/>
              <a:gd name="connsiteX29" fmla="*/ 239543 w 338138"/>
              <a:gd name="connsiteY29" fmla="*/ 168275 h 250825"/>
              <a:gd name="connsiteX30" fmla="*/ 216070 w 338138"/>
              <a:gd name="connsiteY30" fmla="*/ 168275 h 250825"/>
              <a:gd name="connsiteX31" fmla="*/ 209550 w 338138"/>
              <a:gd name="connsiteY31" fmla="*/ 161661 h 250825"/>
              <a:gd name="connsiteX32" fmla="*/ 209550 w 338138"/>
              <a:gd name="connsiteY32" fmla="*/ 55827 h 250825"/>
              <a:gd name="connsiteX33" fmla="*/ 216070 w 338138"/>
              <a:gd name="connsiteY33" fmla="*/ 49212 h 250825"/>
              <a:gd name="connsiteX34" fmla="*/ 53428 w 338138"/>
              <a:gd name="connsiteY34" fmla="*/ 22225 h 250825"/>
              <a:gd name="connsiteX35" fmla="*/ 50800 w 338138"/>
              <a:gd name="connsiteY35" fmla="*/ 24858 h 250825"/>
              <a:gd name="connsiteX36" fmla="*/ 50800 w 338138"/>
              <a:gd name="connsiteY36" fmla="*/ 182834 h 250825"/>
              <a:gd name="connsiteX37" fmla="*/ 53428 w 338138"/>
              <a:gd name="connsiteY37" fmla="*/ 184150 h 250825"/>
              <a:gd name="connsiteX38" fmla="*/ 284710 w 338138"/>
              <a:gd name="connsiteY38" fmla="*/ 184150 h 250825"/>
              <a:gd name="connsiteX39" fmla="*/ 287338 w 338138"/>
              <a:gd name="connsiteY39" fmla="*/ 182834 h 250825"/>
              <a:gd name="connsiteX40" fmla="*/ 287338 w 338138"/>
              <a:gd name="connsiteY40" fmla="*/ 24858 h 250825"/>
              <a:gd name="connsiteX41" fmla="*/ 284710 w 338138"/>
              <a:gd name="connsiteY41" fmla="*/ 22225 h 250825"/>
              <a:gd name="connsiteX42" fmla="*/ 53428 w 338138"/>
              <a:gd name="connsiteY42" fmla="*/ 22225 h 250825"/>
              <a:gd name="connsiteX43" fmla="*/ 53663 w 338138"/>
              <a:gd name="connsiteY43" fmla="*/ 0 h 250825"/>
              <a:gd name="connsiteX44" fmla="*/ 286062 w 338138"/>
              <a:gd name="connsiteY44" fmla="*/ 0 h 250825"/>
              <a:gd name="connsiteX45" fmla="*/ 311150 w 338138"/>
              <a:gd name="connsiteY45" fmla="*/ 25008 h 250825"/>
              <a:gd name="connsiteX46" fmla="*/ 311150 w 338138"/>
              <a:gd name="connsiteY46" fmla="*/ 182955 h 250825"/>
              <a:gd name="connsiteX47" fmla="*/ 286062 w 338138"/>
              <a:gd name="connsiteY47" fmla="*/ 207963 h 250825"/>
              <a:gd name="connsiteX48" fmla="*/ 53663 w 338138"/>
              <a:gd name="connsiteY48" fmla="*/ 207963 h 250825"/>
              <a:gd name="connsiteX49" fmla="*/ 28575 w 338138"/>
              <a:gd name="connsiteY49" fmla="*/ 182955 h 250825"/>
              <a:gd name="connsiteX50" fmla="*/ 28575 w 338138"/>
              <a:gd name="connsiteY50" fmla="*/ 25008 h 250825"/>
              <a:gd name="connsiteX51" fmla="*/ 53663 w 338138"/>
              <a:gd name="connsiteY51" fmla="*/ 0 h 25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38138" h="250825">
                <a:moveTo>
                  <a:pt x="9246" y="217487"/>
                </a:moveTo>
                <a:cubicBezTo>
                  <a:pt x="9246" y="217487"/>
                  <a:pt x="9246" y="217487"/>
                  <a:pt x="328892" y="217487"/>
                </a:cubicBezTo>
                <a:cubicBezTo>
                  <a:pt x="334176" y="217487"/>
                  <a:pt x="338138" y="221488"/>
                  <a:pt x="338138" y="226822"/>
                </a:cubicBezTo>
                <a:cubicBezTo>
                  <a:pt x="338138" y="240157"/>
                  <a:pt x="327571" y="250825"/>
                  <a:pt x="314363" y="250825"/>
                </a:cubicBezTo>
                <a:cubicBezTo>
                  <a:pt x="314363" y="250825"/>
                  <a:pt x="314363" y="250825"/>
                  <a:pt x="23775" y="250825"/>
                </a:cubicBezTo>
                <a:cubicBezTo>
                  <a:pt x="10567" y="250825"/>
                  <a:pt x="0" y="240157"/>
                  <a:pt x="0" y="226822"/>
                </a:cubicBezTo>
                <a:cubicBezTo>
                  <a:pt x="0" y="221488"/>
                  <a:pt x="3962" y="217487"/>
                  <a:pt x="9246" y="217487"/>
                </a:cubicBezTo>
                <a:close/>
                <a:moveTo>
                  <a:pt x="100182" y="100012"/>
                </a:moveTo>
                <a:cubicBezTo>
                  <a:pt x="100182" y="100012"/>
                  <a:pt x="100182" y="100012"/>
                  <a:pt x="123655" y="100012"/>
                </a:cubicBezTo>
                <a:cubicBezTo>
                  <a:pt x="127567" y="100012"/>
                  <a:pt x="130175" y="102689"/>
                  <a:pt x="130175" y="106705"/>
                </a:cubicBezTo>
                <a:cubicBezTo>
                  <a:pt x="130175" y="106705"/>
                  <a:pt x="130175" y="106705"/>
                  <a:pt x="130175" y="161583"/>
                </a:cubicBezTo>
                <a:cubicBezTo>
                  <a:pt x="130175" y="165598"/>
                  <a:pt x="127567" y="168275"/>
                  <a:pt x="123655" y="168275"/>
                </a:cubicBezTo>
                <a:cubicBezTo>
                  <a:pt x="123655" y="168275"/>
                  <a:pt x="123655" y="168275"/>
                  <a:pt x="100182" y="168275"/>
                </a:cubicBezTo>
                <a:cubicBezTo>
                  <a:pt x="96270" y="168275"/>
                  <a:pt x="93662" y="165598"/>
                  <a:pt x="93662" y="161583"/>
                </a:cubicBezTo>
                <a:cubicBezTo>
                  <a:pt x="93662" y="161583"/>
                  <a:pt x="93662" y="161583"/>
                  <a:pt x="93662" y="106705"/>
                </a:cubicBezTo>
                <a:cubicBezTo>
                  <a:pt x="93662" y="102689"/>
                  <a:pt x="96270" y="100012"/>
                  <a:pt x="100182" y="100012"/>
                </a:cubicBezTo>
                <a:close/>
                <a:moveTo>
                  <a:pt x="157332" y="77787"/>
                </a:moveTo>
                <a:cubicBezTo>
                  <a:pt x="157332" y="77787"/>
                  <a:pt x="157332" y="77787"/>
                  <a:pt x="180805" y="77787"/>
                </a:cubicBezTo>
                <a:cubicBezTo>
                  <a:pt x="184717" y="77787"/>
                  <a:pt x="187325" y="81779"/>
                  <a:pt x="187325" y="84441"/>
                </a:cubicBezTo>
                <a:cubicBezTo>
                  <a:pt x="187325" y="84441"/>
                  <a:pt x="187325" y="84441"/>
                  <a:pt x="187325" y="161622"/>
                </a:cubicBezTo>
                <a:cubicBezTo>
                  <a:pt x="187325" y="165614"/>
                  <a:pt x="184717" y="168275"/>
                  <a:pt x="180805" y="168275"/>
                </a:cubicBezTo>
                <a:cubicBezTo>
                  <a:pt x="180805" y="168275"/>
                  <a:pt x="180805" y="168275"/>
                  <a:pt x="157332" y="168275"/>
                </a:cubicBezTo>
                <a:cubicBezTo>
                  <a:pt x="153420" y="168275"/>
                  <a:pt x="150812" y="165614"/>
                  <a:pt x="150812" y="161622"/>
                </a:cubicBezTo>
                <a:cubicBezTo>
                  <a:pt x="150812" y="161622"/>
                  <a:pt x="150812" y="161622"/>
                  <a:pt x="150812" y="84441"/>
                </a:cubicBezTo>
                <a:cubicBezTo>
                  <a:pt x="150812" y="81779"/>
                  <a:pt x="153420" y="77787"/>
                  <a:pt x="157332" y="77787"/>
                </a:cubicBezTo>
                <a:close/>
                <a:moveTo>
                  <a:pt x="216070" y="49212"/>
                </a:moveTo>
                <a:cubicBezTo>
                  <a:pt x="216070" y="49212"/>
                  <a:pt x="216070" y="49212"/>
                  <a:pt x="239543" y="49212"/>
                </a:cubicBezTo>
                <a:cubicBezTo>
                  <a:pt x="243455" y="49212"/>
                  <a:pt x="246063" y="51858"/>
                  <a:pt x="246063" y="55827"/>
                </a:cubicBezTo>
                <a:cubicBezTo>
                  <a:pt x="246063" y="55827"/>
                  <a:pt x="246063" y="55827"/>
                  <a:pt x="246063" y="161661"/>
                </a:cubicBezTo>
                <a:cubicBezTo>
                  <a:pt x="246063" y="165629"/>
                  <a:pt x="243455" y="168275"/>
                  <a:pt x="239543" y="168275"/>
                </a:cubicBezTo>
                <a:cubicBezTo>
                  <a:pt x="239543" y="168275"/>
                  <a:pt x="239543" y="168275"/>
                  <a:pt x="216070" y="168275"/>
                </a:cubicBezTo>
                <a:cubicBezTo>
                  <a:pt x="212158" y="168275"/>
                  <a:pt x="209550" y="165629"/>
                  <a:pt x="209550" y="161661"/>
                </a:cubicBezTo>
                <a:cubicBezTo>
                  <a:pt x="209550" y="161661"/>
                  <a:pt x="209550" y="161661"/>
                  <a:pt x="209550" y="55827"/>
                </a:cubicBezTo>
                <a:cubicBezTo>
                  <a:pt x="209550" y="51858"/>
                  <a:pt x="212158" y="49212"/>
                  <a:pt x="216070" y="49212"/>
                </a:cubicBezTo>
                <a:close/>
                <a:moveTo>
                  <a:pt x="53428" y="22225"/>
                </a:moveTo>
                <a:cubicBezTo>
                  <a:pt x="52114" y="22225"/>
                  <a:pt x="50800" y="23541"/>
                  <a:pt x="50800" y="24858"/>
                </a:cubicBezTo>
                <a:lnTo>
                  <a:pt x="50800" y="182834"/>
                </a:lnTo>
                <a:cubicBezTo>
                  <a:pt x="50800" y="184150"/>
                  <a:pt x="52114" y="184150"/>
                  <a:pt x="53428" y="184150"/>
                </a:cubicBezTo>
                <a:cubicBezTo>
                  <a:pt x="53428" y="184150"/>
                  <a:pt x="53428" y="184150"/>
                  <a:pt x="284710" y="184150"/>
                </a:cubicBezTo>
                <a:cubicBezTo>
                  <a:pt x="286024" y="184150"/>
                  <a:pt x="287338" y="184150"/>
                  <a:pt x="287338" y="182834"/>
                </a:cubicBezTo>
                <a:cubicBezTo>
                  <a:pt x="287338" y="182834"/>
                  <a:pt x="287338" y="182834"/>
                  <a:pt x="287338" y="24858"/>
                </a:cubicBezTo>
                <a:cubicBezTo>
                  <a:pt x="287338" y="23541"/>
                  <a:pt x="286024" y="22225"/>
                  <a:pt x="284710" y="22225"/>
                </a:cubicBezTo>
                <a:cubicBezTo>
                  <a:pt x="284710" y="22225"/>
                  <a:pt x="284710" y="22225"/>
                  <a:pt x="53428" y="22225"/>
                </a:cubicBezTo>
                <a:close/>
                <a:moveTo>
                  <a:pt x="53663" y="0"/>
                </a:moveTo>
                <a:cubicBezTo>
                  <a:pt x="53663" y="0"/>
                  <a:pt x="53663" y="0"/>
                  <a:pt x="286062" y="0"/>
                </a:cubicBezTo>
                <a:cubicBezTo>
                  <a:pt x="300587" y="0"/>
                  <a:pt x="311150" y="10530"/>
                  <a:pt x="311150" y="25008"/>
                </a:cubicBezTo>
                <a:cubicBezTo>
                  <a:pt x="311150" y="25008"/>
                  <a:pt x="311150" y="25008"/>
                  <a:pt x="311150" y="182955"/>
                </a:cubicBezTo>
                <a:cubicBezTo>
                  <a:pt x="311150" y="196117"/>
                  <a:pt x="300587" y="207963"/>
                  <a:pt x="286062" y="207963"/>
                </a:cubicBezTo>
                <a:cubicBezTo>
                  <a:pt x="286062" y="207963"/>
                  <a:pt x="286062" y="207963"/>
                  <a:pt x="53663" y="207963"/>
                </a:cubicBezTo>
                <a:cubicBezTo>
                  <a:pt x="39138" y="207963"/>
                  <a:pt x="28575" y="196117"/>
                  <a:pt x="28575" y="182955"/>
                </a:cubicBezTo>
                <a:cubicBezTo>
                  <a:pt x="28575" y="182955"/>
                  <a:pt x="28575" y="182955"/>
                  <a:pt x="28575" y="25008"/>
                </a:cubicBezTo>
                <a:cubicBezTo>
                  <a:pt x="28575" y="10530"/>
                  <a:pt x="39138" y="0"/>
                  <a:pt x="53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03229" y="2668100"/>
            <a:ext cx="2449051" cy="246221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595959"/>
                </a:solidFill>
                <a:cs typeface="+mn-ea"/>
                <a:sym typeface="+mn-lt"/>
              </a:rPr>
              <a:t>代码复用</a:t>
            </a:r>
          </a:p>
        </p:txBody>
      </p:sp>
      <p:sp>
        <p:nvSpPr>
          <p:cNvPr id="11" name="矩形 10"/>
          <p:cNvSpPr/>
          <p:nvPr/>
        </p:nvSpPr>
        <p:spPr>
          <a:xfrm>
            <a:off x="903655" y="5144117"/>
            <a:ext cx="2548890" cy="246237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595959"/>
                </a:solidFill>
                <a:cs typeface="+mn-ea"/>
                <a:sym typeface="+mn-lt"/>
              </a:rPr>
              <a:t>可扩展性和可维护性</a:t>
            </a:r>
          </a:p>
        </p:txBody>
      </p:sp>
      <p:sp>
        <p:nvSpPr>
          <p:cNvPr id="12" name="矩形 11"/>
          <p:cNvSpPr/>
          <p:nvPr/>
        </p:nvSpPr>
        <p:spPr>
          <a:xfrm>
            <a:off x="838885" y="3906502"/>
            <a:ext cx="2613660" cy="246237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 defTabSz="9144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595959"/>
                </a:solidFill>
                <a:cs typeface="+mn-ea"/>
                <a:sym typeface="+mn-lt"/>
              </a:rPr>
              <a:t>模块化和解耦</a:t>
            </a:r>
          </a:p>
        </p:txBody>
      </p:sp>
      <p:sp>
        <p:nvSpPr>
          <p:cNvPr id="13" name="矩形 12"/>
          <p:cNvSpPr/>
          <p:nvPr/>
        </p:nvSpPr>
        <p:spPr>
          <a:xfrm>
            <a:off x="8563025" y="2668252"/>
            <a:ext cx="2449195" cy="246237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3A6BBF"/>
                </a:solidFill>
                <a:cs typeface="+mn-ea"/>
                <a:sym typeface="+mn-lt"/>
              </a:rPr>
              <a:t>团队协作</a:t>
            </a:r>
          </a:p>
        </p:txBody>
      </p:sp>
      <p:sp>
        <p:nvSpPr>
          <p:cNvPr id="14" name="矩形 13"/>
          <p:cNvSpPr/>
          <p:nvPr/>
        </p:nvSpPr>
        <p:spPr>
          <a:xfrm>
            <a:off x="8563292" y="5144303"/>
            <a:ext cx="2449050" cy="246221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rgbClr val="3A6BBF"/>
                </a:solidFill>
                <a:cs typeface="+mn-ea"/>
                <a:sym typeface="+mn-lt"/>
              </a:rPr>
              <a:t>提高开发速率和质量</a:t>
            </a:r>
          </a:p>
        </p:txBody>
      </p:sp>
      <p:sp>
        <p:nvSpPr>
          <p:cNvPr id="16" name="矩形 15"/>
          <p:cNvSpPr/>
          <p:nvPr/>
        </p:nvSpPr>
        <p:spPr>
          <a:xfrm>
            <a:off x="8563292" y="3906202"/>
            <a:ext cx="2449050" cy="246221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rgbClr val="3A6BBF"/>
                </a:solidFill>
                <a:cs typeface="+mn-ea"/>
                <a:sym typeface="+mn-lt"/>
              </a:rPr>
              <a:t>可移植性和可重用性</a:t>
            </a:r>
          </a:p>
        </p:txBody>
      </p:sp>
      <p:grpSp>
        <p:nvGrpSpPr>
          <p:cNvPr id="17" name="千图PPT彼岸天：ID 8661124库_组合 1"/>
          <p:cNvGrpSpPr/>
          <p:nvPr/>
        </p:nvGrpSpPr>
        <p:grpSpPr>
          <a:xfrm>
            <a:off x="3365194" y="2643165"/>
            <a:ext cx="1087514" cy="2476025"/>
            <a:chOff x="3453409" y="2024058"/>
            <a:chExt cx="1087514" cy="2476025"/>
          </a:xfrm>
        </p:grpSpPr>
        <p:cxnSp>
          <p:nvCxnSpPr>
            <p:cNvPr id="24" name="连接符: 肘形 28"/>
            <p:cNvCxnSpPr>
              <a:stCxn id="10" idx="3"/>
              <a:endCxn id="7" idx="2"/>
            </p:cNvCxnSpPr>
            <p:nvPr/>
          </p:nvCxnSpPr>
          <p:spPr>
            <a:xfrm>
              <a:off x="3453409" y="2024058"/>
              <a:ext cx="1087514" cy="1870871"/>
            </a:xfrm>
            <a:prstGeom prst="bentConnector3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29"/>
            <p:cNvCxnSpPr>
              <a:stCxn id="12" idx="3"/>
              <a:endCxn id="7" idx="2"/>
            </p:cNvCxnSpPr>
            <p:nvPr/>
          </p:nvCxnSpPr>
          <p:spPr>
            <a:xfrm>
              <a:off x="3453674" y="3262468"/>
              <a:ext cx="1087249" cy="63246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符: 肘形 30"/>
            <p:cNvCxnSpPr>
              <a:stCxn id="11" idx="3"/>
              <a:endCxn id="7" idx="2"/>
            </p:cNvCxnSpPr>
            <p:nvPr/>
          </p:nvCxnSpPr>
          <p:spPr>
            <a:xfrm flipV="1">
              <a:off x="3453674" y="3894929"/>
              <a:ext cx="1087249" cy="60515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千图PPT彼岸天：ID 8661124库_组合 38"/>
          <p:cNvGrpSpPr/>
          <p:nvPr/>
        </p:nvGrpSpPr>
        <p:grpSpPr>
          <a:xfrm>
            <a:off x="7389960" y="2643324"/>
            <a:ext cx="1086246" cy="2476044"/>
            <a:chOff x="7478175" y="2024217"/>
            <a:chExt cx="1086246" cy="2476044"/>
          </a:xfrm>
        </p:grpSpPr>
        <p:cxnSp>
          <p:nvCxnSpPr>
            <p:cNvPr id="21" name="连接符: 肘形 32"/>
            <p:cNvCxnSpPr>
              <a:stCxn id="13" idx="1"/>
              <a:endCxn id="6" idx="6"/>
            </p:cNvCxnSpPr>
            <p:nvPr/>
          </p:nvCxnSpPr>
          <p:spPr>
            <a:xfrm rot="10800000" flipV="1">
              <a:off x="7478176" y="2024217"/>
              <a:ext cx="1085979" cy="62736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肘形 33"/>
            <p:cNvCxnSpPr>
              <a:stCxn id="16" idx="1"/>
              <a:endCxn id="6" idx="6"/>
            </p:cNvCxnSpPr>
            <p:nvPr/>
          </p:nvCxnSpPr>
          <p:spPr>
            <a:xfrm rot="10800000">
              <a:off x="7478175" y="2651586"/>
              <a:ext cx="1086246" cy="61057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连接符: 肘形 34"/>
            <p:cNvCxnSpPr>
              <a:stCxn id="14" idx="1"/>
              <a:endCxn id="6" idx="6"/>
            </p:cNvCxnSpPr>
            <p:nvPr/>
          </p:nvCxnSpPr>
          <p:spPr>
            <a:xfrm rot="10800000">
              <a:off x="7478175" y="2651585"/>
              <a:ext cx="1086246" cy="184867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37"/>
          <p:cNvSpPr txBox="1"/>
          <p:nvPr/>
        </p:nvSpPr>
        <p:spPr>
          <a:xfrm>
            <a:off x="606548" y="1171383"/>
            <a:ext cx="10804733" cy="75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组件是模块的文件化（永久化）。当模块的功能具备通用性时，就可以将其生成组件，存入组件库中。需要重复使用时，再从组件库拖入到工程中，再度形成模块。</a:t>
            </a:r>
            <a:endParaRPr lang="en-US" altLang="zh-CN" sz="1800" kern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609588" y="4446705"/>
            <a:ext cx="1023986" cy="362858"/>
          </a:xfrm>
          <a:prstGeom prst="rect">
            <a:avLst/>
          </a:prstGeom>
        </p:spPr>
        <p:txBody>
          <a:bodyPr wrap="square" lIns="72000" tIns="0" rIns="7200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spcBef>
                <a:spcPct val="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组  件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组件概述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211" y="1403192"/>
            <a:ext cx="8746490" cy="4622800"/>
          </a:xfrm>
          <a:prstGeom prst="rect">
            <a:avLst/>
          </a:prstGeom>
        </p:spPr>
      </p:pic>
      <p:sp>
        <p:nvSpPr>
          <p:cNvPr id="3" name="箭头: V 形 4"/>
          <p:cNvSpPr/>
          <p:nvPr/>
        </p:nvSpPr>
        <p:spPr>
          <a:xfrm>
            <a:off x="7230778" y="832009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新建项目</a:t>
            </a:r>
          </a:p>
        </p:txBody>
      </p:sp>
      <p:sp>
        <p:nvSpPr>
          <p:cNvPr id="4" name="箭头: V 形 5"/>
          <p:cNvSpPr/>
          <p:nvPr/>
        </p:nvSpPr>
        <p:spPr>
          <a:xfrm>
            <a:off x="9203511" y="832008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创建对象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10" y="1460062"/>
            <a:ext cx="1641228" cy="450905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组件包含的对象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76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630664" y="1680792"/>
            <a:ext cx="4064000" cy="3612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/>
            <a:endParaRPr lang="zh-CN" altLang="en-US"/>
          </a:p>
        </p:txBody>
      </p:sp>
      <p:pic>
        <p:nvPicPr>
          <p:cNvPr id="3" name="20240613_113551">
            <a:hlinkClick r:id="" action="ppaction://media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6765" y="1343607"/>
            <a:ext cx="8561705" cy="4816475"/>
          </a:xfrm>
          <a:prstGeom prst="rect">
            <a:avLst/>
          </a:prstGeom>
        </p:spPr>
      </p:pic>
      <p:sp>
        <p:nvSpPr>
          <p:cNvPr id="4" name="箭头: V 形 3"/>
          <p:cNvSpPr/>
          <p:nvPr/>
        </p:nvSpPr>
        <p:spPr>
          <a:xfrm>
            <a:off x="576694" y="697920"/>
            <a:ext cx="2705388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右键点击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</a:p>
        </p:txBody>
      </p:sp>
      <p:sp>
        <p:nvSpPr>
          <p:cNvPr id="5" name="箭头: V 形 6"/>
          <p:cNvSpPr/>
          <p:nvPr/>
        </p:nvSpPr>
        <p:spPr>
          <a:xfrm>
            <a:off x="3103625" y="697919"/>
            <a:ext cx="2705388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选择“生成组件”</a:t>
            </a:r>
          </a:p>
        </p:txBody>
      </p:sp>
      <p:sp>
        <p:nvSpPr>
          <p:cNvPr id="6" name="椭圆 5"/>
          <p:cNvSpPr/>
          <p:nvPr/>
        </p:nvSpPr>
        <p:spPr>
          <a:xfrm>
            <a:off x="8543169" y="1910234"/>
            <a:ext cx="3072137" cy="2417009"/>
          </a:xfrm>
          <a:prstGeom prst="ellipse">
            <a:avLst/>
          </a:prstGeom>
          <a:solidFill>
            <a:srgbClr val="3A6BBF">
              <a:alpha val="15000"/>
            </a:srgbClr>
          </a:solidFill>
          <a:ln>
            <a:solidFill>
              <a:srgbClr val="3A6BBF"/>
            </a:solidFill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14"/>
          <p:cNvSpPr txBox="1"/>
          <p:nvPr/>
        </p:nvSpPr>
        <p:spPr>
          <a:xfrm>
            <a:off x="8657796" y="2377879"/>
            <a:ext cx="2842569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>
              <a:lnSpc>
                <a:spcPct val="150000"/>
              </a:lnSpc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节点的原始写法：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setMaterialBrightness("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/scene/modules/main/信号灯组件_1/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model/红绿灯.vis/信号灯/信号灯和指示牌", 1);</a:t>
            </a:r>
          </a:p>
          <a:p>
            <a:pPr marL="139700">
              <a:lnSpc>
                <a:spcPct val="150000"/>
              </a:lnSpc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省略写法：</a:t>
            </a: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setMaterialBrightness("model/红绿灯.vis/信号灯/信号灯和指示牌", 1);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7577564" y="3390212"/>
            <a:ext cx="941705" cy="303530"/>
          </a:xfrm>
          <a:prstGeom prst="straightConnector1">
            <a:avLst/>
          </a:prstGeom>
          <a:ln w="2222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组件的制作过程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3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0240613_113551">
            <a:hlinkClick r:id="" action="ppaction://media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0459" y="1331589"/>
            <a:ext cx="8696402" cy="4957010"/>
          </a:xfrm>
          <a:prstGeom prst="rect">
            <a:avLst/>
          </a:prstGeom>
        </p:spPr>
      </p:pic>
      <p:sp>
        <p:nvSpPr>
          <p:cNvPr id="4" name="箭头: V 形 3"/>
          <p:cNvSpPr/>
          <p:nvPr/>
        </p:nvSpPr>
        <p:spPr>
          <a:xfrm>
            <a:off x="5275925" y="822794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主窗口</a:t>
            </a:r>
          </a:p>
        </p:txBody>
      </p:sp>
      <p:sp>
        <p:nvSpPr>
          <p:cNvPr id="5" name="箭头: V 形 6"/>
          <p:cNvSpPr/>
          <p:nvPr/>
        </p:nvSpPr>
        <p:spPr>
          <a:xfrm>
            <a:off x="7248658" y="822793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组件库</a:t>
            </a:r>
          </a:p>
        </p:txBody>
      </p:sp>
      <p:sp>
        <p:nvSpPr>
          <p:cNvPr id="6" name="箭头: V 形 7"/>
          <p:cNvSpPr/>
          <p:nvPr/>
        </p:nvSpPr>
        <p:spPr>
          <a:xfrm>
            <a:off x="1330459" y="813242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</a:p>
        </p:txBody>
      </p:sp>
      <p:sp>
        <p:nvSpPr>
          <p:cNvPr id="7" name="箭头: V 形 8"/>
          <p:cNvSpPr/>
          <p:nvPr/>
        </p:nvSpPr>
        <p:spPr>
          <a:xfrm>
            <a:off x="3303192" y="813241"/>
            <a:ext cx="2151190" cy="441325"/>
          </a:xfrm>
          <a:prstGeom prst="chevron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资源库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组件的加载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18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3"/>
          <p:cNvSpPr txBox="1"/>
          <p:nvPr/>
        </p:nvSpPr>
        <p:spPr>
          <a:xfrm>
            <a:off x="6089806" y="3353144"/>
            <a:ext cx="2277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组件应用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11" name="文本框 5"/>
          <p:cNvSpPr txBox="1"/>
          <p:nvPr/>
        </p:nvSpPr>
        <p:spPr>
          <a:xfrm>
            <a:off x="4023781" y="2921168"/>
            <a:ext cx="98552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02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824448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824448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706752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947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序列 04_1">
            <a:hlinkClick r:id="" action="ppaction://media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40934" y="798967"/>
            <a:ext cx="10292715" cy="5521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组件应用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889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1473B757-9D0C-4144-B913-DF43D0196110}"/>
              </a:ext>
            </a:extLst>
          </p:cNvPr>
          <p:cNvSpPr/>
          <p:nvPr/>
        </p:nvSpPr>
        <p:spPr>
          <a:xfrm>
            <a:off x="4036496" y="3067391"/>
            <a:ext cx="4791696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培训教程第五讲：</a:t>
            </a:r>
            <a:r>
              <a:rPr lang="en-US" altLang="zh-CN" sz="3200" b="1" noProof="0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r>
              <a:rPr lang="zh-CN" altLang="en-US" sz="3200" b="1" noProof="0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wMzc2NTFhMTI1ZThkNDk2NDlhMzU2YWFhMWZmMzkifQ=="/>
</p:tagLst>
</file>

<file path=ppt/theme/theme1.xml><?xml version="1.0" encoding="utf-8"?>
<a:theme xmlns:a="http://schemas.openxmlformats.org/drawingml/2006/main" name="同元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5000"/>
          </a:lnSpc>
          <a:defRPr sz="1600" dirty="0" smtClean="0">
            <a:latin typeface="等线" panose="02010600030101010101" pitchFamily="2" charset="-122"/>
            <a:ea typeface="等线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同元</Template>
  <TotalTime>51</TotalTime>
  <Words>225</Words>
  <Application>Microsoft Office PowerPoint</Application>
  <PresentationFormat>宽屏</PresentationFormat>
  <Paragraphs>41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Microsoft YaHei UI</vt:lpstr>
      <vt:lpstr>等线</vt:lpstr>
      <vt:lpstr>宋体</vt:lpstr>
      <vt:lpstr>微软雅黑</vt:lpstr>
      <vt:lpstr>Arial</vt:lpstr>
      <vt:lpstr>Calibri</vt:lpstr>
      <vt:lpstr>Calibri Light</vt:lpstr>
      <vt:lpstr>Times New Roman</vt:lpstr>
      <vt:lpstr>同元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9</cp:revision>
  <dcterms:created xsi:type="dcterms:W3CDTF">2024-09-03T02:54:00Z</dcterms:created>
  <dcterms:modified xsi:type="dcterms:W3CDTF">2024-09-13T02:59:57Z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6CF5E696A18B46A5B26D44B2B828DD32_12</vt:lpwstr>
  </property>
  <property fmtid="{D5CDD505-2E9C-101B-9397-08002B2CF9AE}" pid="3" name="KSOProductBuildVer">
    <vt:lpwstr>2052-12.1.0.17827</vt:lpwstr>
  </property>
</Properties>
</file>