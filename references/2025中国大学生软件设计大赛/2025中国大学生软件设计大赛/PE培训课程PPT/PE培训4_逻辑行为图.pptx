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60" r:id="rId2"/>
    <p:sldId id="256" r:id="rId3"/>
    <p:sldId id="262" r:id="rId4"/>
    <p:sldId id="261" r:id="rId5"/>
    <p:sldId id="263" r:id="rId6"/>
    <p:sldId id="257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9" r:id="rId22"/>
    <p:sldId id="278" r:id="rId23"/>
    <p:sldId id="259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24263-D71B-4AE1-B0A9-AEFCF8CBFD27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F2735-ABE6-48FF-A6FD-15A0F7C99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08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9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矩形 1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矩形 1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0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4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15" name="直接连接符 14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PT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791794" y="4861467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苏州同元软控信息技术有限公司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91558" y="5703565"/>
            <a:ext cx="20088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sz="2800" b="1" dirty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64"/>
          <a:stretch>
            <a:fillRect/>
          </a:stretch>
        </p:blipFill>
        <p:spPr bwMode="auto">
          <a:xfrm>
            <a:off x="3105150" y="4861467"/>
            <a:ext cx="628649" cy="46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617487"/>
            <a:ext cx="12192000" cy="17724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0" y="2110120"/>
            <a:ext cx="12192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PostEngineer</a:t>
            </a:r>
            <a:r>
              <a:rPr kumimoji="0" lang="en-US" altLang="zh-CN" sz="3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®</a:t>
            </a:r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培训教程</a:t>
            </a:r>
            <a:r>
              <a:rPr lang="en-US" altLang="zh-CN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</a:t>
            </a:r>
            <a:endParaRPr kumimoji="0" lang="en-US" altLang="zh-CN" sz="28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-1" y="2809906"/>
            <a:ext cx="121920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</a:t>
            </a:r>
            <a:r>
              <a:rPr kumimoji="0" lang="zh-CN" altLang="en-US" sz="20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讲 模型加载与编辑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椭圆 25"/>
          <p:cNvSpPr/>
          <p:nvPr/>
        </p:nvSpPr>
        <p:spPr>
          <a:xfrm>
            <a:off x="2855358" y="2398638"/>
            <a:ext cx="2217353" cy="2217353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2698779" y="2242059"/>
            <a:ext cx="2530511" cy="2530511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698779" y="2242059"/>
            <a:ext cx="2530511" cy="2530511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2395884" y="1939164"/>
            <a:ext cx="3136300" cy="3136300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928044" y="2843591"/>
            <a:ext cx="2071979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目录</a:t>
            </a:r>
            <a:endParaRPr lang="en-US" altLang="zh-CN" sz="48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108152" y="2562744"/>
            <a:ext cx="1640246" cy="1842935"/>
            <a:chOff x="1997035" y="2290189"/>
            <a:chExt cx="1640246" cy="1842935"/>
          </a:xfrm>
        </p:grpSpPr>
        <p:sp>
          <p:nvSpPr>
            <p:cNvPr id="45" name="椭圆 44"/>
            <p:cNvSpPr/>
            <p:nvPr/>
          </p:nvSpPr>
          <p:spPr>
            <a:xfrm>
              <a:off x="1997035" y="3945759"/>
              <a:ext cx="187365" cy="187365"/>
            </a:xfrm>
            <a:prstGeom prst="ellipse">
              <a:avLst/>
            </a:prstGeom>
            <a:solidFill>
              <a:srgbClr val="3A6B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484683" y="2290189"/>
              <a:ext cx="152598" cy="15259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连接符 46"/>
            <p:cNvCxnSpPr>
              <a:stCxn id="46" idx="3"/>
              <a:endCxn id="45" idx="7"/>
            </p:cNvCxnSpPr>
            <p:nvPr/>
          </p:nvCxnSpPr>
          <p:spPr>
            <a:xfrm flipH="1">
              <a:off x="2156961" y="2420440"/>
              <a:ext cx="1350069" cy="1552758"/>
            </a:xfrm>
            <a:prstGeom prst="line">
              <a:avLst/>
            </a:prstGeom>
            <a:ln>
              <a:solidFill>
                <a:schemeClr val="bg1">
                  <a:alpha val="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3283398" y="3605201"/>
            <a:ext cx="1361270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ONTENTS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6807899" y="1006203"/>
            <a:ext cx="1725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行为图介绍</a:t>
            </a:r>
          </a:p>
        </p:txBody>
      </p:sp>
      <p:sp>
        <p:nvSpPr>
          <p:cNvPr id="34" name="文本框 3"/>
          <p:cNvSpPr txBox="1"/>
          <p:nvPr/>
        </p:nvSpPr>
        <p:spPr>
          <a:xfrm>
            <a:off x="5570284" y="783953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文本框 4"/>
          <p:cNvSpPr txBox="1"/>
          <p:nvPr/>
        </p:nvSpPr>
        <p:spPr>
          <a:xfrm>
            <a:off x="7597110" y="2524357"/>
            <a:ext cx="219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行为图图元</a:t>
            </a:r>
          </a:p>
        </p:txBody>
      </p:sp>
      <p:sp>
        <p:nvSpPr>
          <p:cNvPr id="36" name="文本框 11"/>
          <p:cNvSpPr txBox="1"/>
          <p:nvPr/>
        </p:nvSpPr>
        <p:spPr>
          <a:xfrm>
            <a:off x="6365845" y="2309092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5532184" y="718548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27745" y="2248767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文本框 15"/>
          <p:cNvSpPr txBox="1"/>
          <p:nvPr/>
        </p:nvSpPr>
        <p:spPr>
          <a:xfrm>
            <a:off x="7542229" y="4080316"/>
            <a:ext cx="219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行为图编辑</a:t>
            </a:r>
          </a:p>
        </p:txBody>
      </p:sp>
      <p:sp>
        <p:nvSpPr>
          <p:cNvPr id="40" name="文本框 16"/>
          <p:cNvSpPr txBox="1"/>
          <p:nvPr/>
        </p:nvSpPr>
        <p:spPr>
          <a:xfrm>
            <a:off x="6310964" y="3839651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6298899" y="3791391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2" name="文本框 18"/>
          <p:cNvSpPr txBox="1"/>
          <p:nvPr/>
        </p:nvSpPr>
        <p:spPr>
          <a:xfrm>
            <a:off x="6738350" y="5477185"/>
            <a:ext cx="219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开发流程案例</a:t>
            </a:r>
          </a:p>
        </p:txBody>
      </p:sp>
      <p:sp>
        <p:nvSpPr>
          <p:cNvPr id="43" name="文本框 19"/>
          <p:cNvSpPr txBox="1"/>
          <p:nvPr/>
        </p:nvSpPr>
        <p:spPr>
          <a:xfrm>
            <a:off x="5507085" y="5236520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04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507085" y="5248547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2194" y="3314815"/>
            <a:ext cx="227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行为图介绍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4021394" y="2921168"/>
            <a:ext cx="1085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01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04365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831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/>
        </p:nvSpPr>
        <p:spPr>
          <a:xfrm>
            <a:off x="128168" y="756475"/>
            <a:ext cx="11236148" cy="75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中的行为图是一种可视化的脚本系统，它允许开发人员通过拖拉拽的方式将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项目中的各种对象和行为图模板中的各种图元进行连接，而非传统的编程，来创建系统的逻辑、行为以及交互</a:t>
            </a:r>
            <a:r>
              <a:rPr lang="zh-CN" altLang="en-US" sz="18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4" y="1826583"/>
            <a:ext cx="7953453" cy="4274942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 bwMode="auto">
          <a:xfrm>
            <a:off x="8847887" y="2992421"/>
            <a:ext cx="2940711" cy="1815742"/>
          </a:xfrm>
          <a:prstGeom prst="ellipse">
            <a:avLst/>
          </a:prstGeom>
          <a:gradFill flip="none" rotWithShape="1">
            <a:gsLst>
              <a:gs pos="100000">
                <a:srgbClr val="01467F">
                  <a:alpha val="25000"/>
                </a:srgbClr>
              </a:gs>
              <a:gs pos="0">
                <a:srgbClr val="99CCFF">
                  <a:alpha val="4000"/>
                </a:srgbClr>
              </a:gs>
            </a:gsLst>
            <a:lin ang="2700000" scaled="0"/>
          </a:gradFill>
          <a:ln w="12700" cmpd="sng">
            <a:gradFill>
              <a:gsLst>
                <a:gs pos="0">
                  <a:srgbClr val="99CCFF"/>
                </a:gs>
                <a:gs pos="100000">
                  <a:srgbClr val="0094D5">
                    <a:alpha val="0"/>
                  </a:srgb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rgbClr val="3A6BBF"/>
              </a:solidFill>
              <a:ea typeface="思源黑体 CN Bold" panose="020B0800000000000000" charset="-122"/>
              <a:sym typeface="+mn-ea"/>
            </a:endParaRPr>
          </a:p>
        </p:txBody>
      </p:sp>
      <p:sp>
        <p:nvSpPr>
          <p:cNvPr id="5" name="箭头: 左 69"/>
          <p:cNvSpPr/>
          <p:nvPr/>
        </p:nvSpPr>
        <p:spPr>
          <a:xfrm rot="10800000">
            <a:off x="8162087" y="3169090"/>
            <a:ext cx="685800" cy="1462405"/>
          </a:xfrm>
          <a:custGeom>
            <a:avLst/>
            <a:gdLst>
              <a:gd name="connsiteX0" fmla="*/ 0 w 2999150"/>
              <a:gd name="connsiteY0" fmla="*/ 742780 h 1485560"/>
              <a:gd name="connsiteX1" fmla="*/ 742780 w 2999150"/>
              <a:gd name="connsiteY1" fmla="*/ 0 h 1485560"/>
              <a:gd name="connsiteX2" fmla="*/ 742780 w 2999150"/>
              <a:gd name="connsiteY2" fmla="*/ 371390 h 1485560"/>
              <a:gd name="connsiteX3" fmla="*/ 2999150 w 2999150"/>
              <a:gd name="connsiteY3" fmla="*/ 371390 h 1485560"/>
              <a:gd name="connsiteX4" fmla="*/ 2999150 w 2999150"/>
              <a:gd name="connsiteY4" fmla="*/ 1114170 h 1485560"/>
              <a:gd name="connsiteX5" fmla="*/ 742780 w 2999150"/>
              <a:gd name="connsiteY5" fmla="*/ 1114170 h 1485560"/>
              <a:gd name="connsiteX6" fmla="*/ 742780 w 2999150"/>
              <a:gd name="connsiteY6" fmla="*/ 1485560 h 1485560"/>
              <a:gd name="connsiteX7" fmla="*/ 0 w 2999150"/>
              <a:gd name="connsiteY7" fmla="*/ 742780 h 1485560"/>
              <a:gd name="connsiteX0-1" fmla="*/ 0 w 3008982"/>
              <a:gd name="connsiteY0-2" fmla="*/ 1639751 h 2382531"/>
              <a:gd name="connsiteX1-3" fmla="*/ 742780 w 3008982"/>
              <a:gd name="connsiteY1-4" fmla="*/ 896971 h 2382531"/>
              <a:gd name="connsiteX2-5" fmla="*/ 742780 w 3008982"/>
              <a:gd name="connsiteY2-6" fmla="*/ 1268361 h 2382531"/>
              <a:gd name="connsiteX3-7" fmla="*/ 3008982 w 3008982"/>
              <a:gd name="connsiteY3-8" fmla="*/ 0 h 2382531"/>
              <a:gd name="connsiteX4-9" fmla="*/ 2999150 w 3008982"/>
              <a:gd name="connsiteY4-10" fmla="*/ 2011141 h 2382531"/>
              <a:gd name="connsiteX5-11" fmla="*/ 742780 w 3008982"/>
              <a:gd name="connsiteY5-12" fmla="*/ 2011141 h 2382531"/>
              <a:gd name="connsiteX6-13" fmla="*/ 742780 w 3008982"/>
              <a:gd name="connsiteY6-14" fmla="*/ 2382531 h 2382531"/>
              <a:gd name="connsiteX7-15" fmla="*/ 0 w 3008982"/>
              <a:gd name="connsiteY7-16" fmla="*/ 1639751 h 2382531"/>
              <a:gd name="connsiteX0-17" fmla="*/ 0 w 3008982"/>
              <a:gd name="connsiteY0-18" fmla="*/ 1639751 h 3279502"/>
              <a:gd name="connsiteX1-19" fmla="*/ 742780 w 3008982"/>
              <a:gd name="connsiteY1-20" fmla="*/ 896971 h 3279502"/>
              <a:gd name="connsiteX2-21" fmla="*/ 742780 w 3008982"/>
              <a:gd name="connsiteY2-22" fmla="*/ 1268361 h 3279502"/>
              <a:gd name="connsiteX3-23" fmla="*/ 3008982 w 3008982"/>
              <a:gd name="connsiteY3-24" fmla="*/ 0 h 3279502"/>
              <a:gd name="connsiteX4-25" fmla="*/ 2979486 w 3008982"/>
              <a:gd name="connsiteY4-26" fmla="*/ 3279502 h 3279502"/>
              <a:gd name="connsiteX5-27" fmla="*/ 742780 w 3008982"/>
              <a:gd name="connsiteY5-28" fmla="*/ 2011141 h 3279502"/>
              <a:gd name="connsiteX6-29" fmla="*/ 742780 w 3008982"/>
              <a:gd name="connsiteY6-30" fmla="*/ 2382531 h 3279502"/>
              <a:gd name="connsiteX7-31" fmla="*/ 0 w 3008982"/>
              <a:gd name="connsiteY7-32" fmla="*/ 1639751 h 3279502"/>
              <a:gd name="connsiteX0-33" fmla="*/ 0 w 3008982"/>
              <a:gd name="connsiteY0-34" fmla="*/ 1639751 h 3299167"/>
              <a:gd name="connsiteX1-35" fmla="*/ 742780 w 3008982"/>
              <a:gd name="connsiteY1-36" fmla="*/ 896971 h 3299167"/>
              <a:gd name="connsiteX2-37" fmla="*/ 742780 w 3008982"/>
              <a:gd name="connsiteY2-38" fmla="*/ 1268361 h 3299167"/>
              <a:gd name="connsiteX3-39" fmla="*/ 3008982 w 3008982"/>
              <a:gd name="connsiteY3-40" fmla="*/ 0 h 3299167"/>
              <a:gd name="connsiteX4-41" fmla="*/ 2999150 w 3008982"/>
              <a:gd name="connsiteY4-42" fmla="*/ 3299167 h 3299167"/>
              <a:gd name="connsiteX5-43" fmla="*/ 742780 w 3008982"/>
              <a:gd name="connsiteY5-44" fmla="*/ 2011141 h 3299167"/>
              <a:gd name="connsiteX6-45" fmla="*/ 742780 w 3008982"/>
              <a:gd name="connsiteY6-46" fmla="*/ 2382531 h 3299167"/>
              <a:gd name="connsiteX7-47" fmla="*/ 0 w 3008982"/>
              <a:gd name="connsiteY7-48" fmla="*/ 1639751 h 3299167"/>
              <a:gd name="connsiteX0-49" fmla="*/ 0 w 3008982"/>
              <a:gd name="connsiteY0-50" fmla="*/ 1639751 h 3299167"/>
              <a:gd name="connsiteX1-51" fmla="*/ 742780 w 3008982"/>
              <a:gd name="connsiteY1-52" fmla="*/ 896971 h 3299167"/>
              <a:gd name="connsiteX2-53" fmla="*/ 742780 w 3008982"/>
              <a:gd name="connsiteY2-54" fmla="*/ 1268361 h 3299167"/>
              <a:gd name="connsiteX3-55" fmla="*/ 3008982 w 3008982"/>
              <a:gd name="connsiteY3-56" fmla="*/ 0 h 3299167"/>
              <a:gd name="connsiteX4-57" fmla="*/ 2999150 w 3008982"/>
              <a:gd name="connsiteY4-58" fmla="*/ 3299167 h 3299167"/>
              <a:gd name="connsiteX5-59" fmla="*/ 742780 w 3008982"/>
              <a:gd name="connsiteY5-60" fmla="*/ 2011141 h 3299167"/>
              <a:gd name="connsiteX6-61" fmla="*/ 742780 w 3008982"/>
              <a:gd name="connsiteY6-62" fmla="*/ 2382531 h 3299167"/>
              <a:gd name="connsiteX7-63" fmla="*/ 0 w 3008982"/>
              <a:gd name="connsiteY7-64" fmla="*/ 1639751 h 3299167"/>
              <a:gd name="connsiteX0-65" fmla="*/ 0 w 3008982"/>
              <a:gd name="connsiteY0-66" fmla="*/ 1639751 h 3299167"/>
              <a:gd name="connsiteX1-67" fmla="*/ 742780 w 3008982"/>
              <a:gd name="connsiteY1-68" fmla="*/ 896971 h 3299167"/>
              <a:gd name="connsiteX2-69" fmla="*/ 742780 w 3008982"/>
              <a:gd name="connsiteY2-70" fmla="*/ 1268361 h 3299167"/>
              <a:gd name="connsiteX3-71" fmla="*/ 3008982 w 3008982"/>
              <a:gd name="connsiteY3-72" fmla="*/ 0 h 3299167"/>
              <a:gd name="connsiteX4-73" fmla="*/ 2999150 w 3008982"/>
              <a:gd name="connsiteY4-74" fmla="*/ 3299167 h 3299167"/>
              <a:gd name="connsiteX5-75" fmla="*/ 742780 w 3008982"/>
              <a:gd name="connsiteY5-76" fmla="*/ 2011141 h 3299167"/>
              <a:gd name="connsiteX6-77" fmla="*/ 742780 w 3008982"/>
              <a:gd name="connsiteY6-78" fmla="*/ 2382531 h 3299167"/>
              <a:gd name="connsiteX7-79" fmla="*/ 0 w 3008982"/>
              <a:gd name="connsiteY7-80" fmla="*/ 1639751 h 3299167"/>
              <a:gd name="connsiteX0-81" fmla="*/ 0 w 3008982"/>
              <a:gd name="connsiteY0-82" fmla="*/ 1639751 h 3299167"/>
              <a:gd name="connsiteX1-83" fmla="*/ 742780 w 3008982"/>
              <a:gd name="connsiteY1-84" fmla="*/ 896971 h 3299167"/>
              <a:gd name="connsiteX2-85" fmla="*/ 742780 w 3008982"/>
              <a:gd name="connsiteY2-86" fmla="*/ 1268361 h 3299167"/>
              <a:gd name="connsiteX3-87" fmla="*/ 3008982 w 3008982"/>
              <a:gd name="connsiteY3-88" fmla="*/ 0 h 3299167"/>
              <a:gd name="connsiteX4-89" fmla="*/ 2999150 w 3008982"/>
              <a:gd name="connsiteY4-90" fmla="*/ 3299167 h 3299167"/>
              <a:gd name="connsiteX5-91" fmla="*/ 742780 w 3008982"/>
              <a:gd name="connsiteY5-92" fmla="*/ 2011141 h 3299167"/>
              <a:gd name="connsiteX6-93" fmla="*/ 742780 w 3008982"/>
              <a:gd name="connsiteY6-94" fmla="*/ 2382531 h 3299167"/>
              <a:gd name="connsiteX7-95" fmla="*/ 0 w 3008982"/>
              <a:gd name="connsiteY7-96" fmla="*/ 1639751 h 3299167"/>
              <a:gd name="connsiteX0-97" fmla="*/ 0 w 3008982"/>
              <a:gd name="connsiteY0-98" fmla="*/ 1639751 h 3299167"/>
              <a:gd name="connsiteX1-99" fmla="*/ 742780 w 3008982"/>
              <a:gd name="connsiteY1-100" fmla="*/ 896971 h 3299167"/>
              <a:gd name="connsiteX2-101" fmla="*/ 742780 w 3008982"/>
              <a:gd name="connsiteY2-102" fmla="*/ 1268361 h 3299167"/>
              <a:gd name="connsiteX3-103" fmla="*/ 3008982 w 3008982"/>
              <a:gd name="connsiteY3-104" fmla="*/ 0 h 3299167"/>
              <a:gd name="connsiteX4-105" fmla="*/ 2999150 w 3008982"/>
              <a:gd name="connsiteY4-106" fmla="*/ 3299167 h 3299167"/>
              <a:gd name="connsiteX5-107" fmla="*/ 742780 w 3008982"/>
              <a:gd name="connsiteY5-108" fmla="*/ 2011141 h 3299167"/>
              <a:gd name="connsiteX6-109" fmla="*/ 742780 w 3008982"/>
              <a:gd name="connsiteY6-110" fmla="*/ 2382531 h 3299167"/>
              <a:gd name="connsiteX7-111" fmla="*/ 0 w 3008982"/>
              <a:gd name="connsiteY7-112" fmla="*/ 1639751 h 329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08982" h="3299167">
                <a:moveTo>
                  <a:pt x="0" y="1639751"/>
                </a:moveTo>
                <a:lnTo>
                  <a:pt x="742780" y="896971"/>
                </a:lnTo>
                <a:lnTo>
                  <a:pt x="742780" y="1268361"/>
                </a:lnTo>
                <a:cubicBezTo>
                  <a:pt x="1360529" y="1150374"/>
                  <a:pt x="2332239" y="1042219"/>
                  <a:pt x="3008982" y="0"/>
                </a:cubicBezTo>
                <a:cubicBezTo>
                  <a:pt x="3005705" y="670380"/>
                  <a:pt x="3002427" y="2628787"/>
                  <a:pt x="2999150" y="3299167"/>
                </a:cubicBezTo>
                <a:cubicBezTo>
                  <a:pt x="2335517" y="2220896"/>
                  <a:pt x="1347419" y="2125851"/>
                  <a:pt x="742780" y="2011141"/>
                </a:cubicBezTo>
                <a:lnTo>
                  <a:pt x="742780" y="2382531"/>
                </a:lnTo>
                <a:lnTo>
                  <a:pt x="0" y="1639751"/>
                </a:lnTo>
                <a:close/>
              </a:path>
            </a:pathLst>
          </a:custGeom>
          <a:gradFill flip="none" rotWithShape="1">
            <a:gsLst>
              <a:gs pos="100000">
                <a:srgbClr val="0076C0">
                  <a:alpha val="4000"/>
                </a:srgbClr>
              </a:gs>
              <a:gs pos="0">
                <a:srgbClr val="9BCFFF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6" name="文本框 33"/>
          <p:cNvSpPr txBox="1"/>
          <p:nvPr/>
        </p:nvSpPr>
        <p:spPr>
          <a:xfrm>
            <a:off x="9187130" y="3200637"/>
            <a:ext cx="2876702" cy="1450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3A6BBF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图形化编码</a:t>
            </a:r>
            <a:endParaRPr lang="en-US" altLang="zh-CN" dirty="0">
              <a:solidFill>
                <a:srgbClr val="3A6BB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3A6BBF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与开发代码无缝集成</a:t>
            </a:r>
            <a:endParaRPr lang="en-US" altLang="zh-CN" dirty="0">
              <a:solidFill>
                <a:srgbClr val="3A6BBF"/>
              </a:solidFill>
              <a:ea typeface="思源黑体 CN Bold" panose="020B0800000000000000" charset="-122"/>
              <a:sym typeface="+mn-ea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降低开发门槛</a:t>
            </a:r>
            <a:endParaRPr lang="en-US" altLang="zh-CN" dirty="0">
              <a:solidFill>
                <a:srgbClr val="3A6BBF"/>
              </a:solidFill>
              <a:ea typeface="思源黑体 CN Bold" panose="020B0800000000000000" charset="-122"/>
              <a:sym typeface="+mn-ea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加快开发流程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62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3"/>
          <p:cNvSpPr txBox="1"/>
          <p:nvPr/>
        </p:nvSpPr>
        <p:spPr>
          <a:xfrm>
            <a:off x="6092194" y="3314815"/>
            <a:ext cx="227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行为图图元</a:t>
            </a:r>
          </a:p>
        </p:txBody>
      </p:sp>
      <p:sp>
        <p:nvSpPr>
          <p:cNvPr id="10" name="文本框 5"/>
          <p:cNvSpPr txBox="1"/>
          <p:nvPr/>
        </p:nvSpPr>
        <p:spPr>
          <a:xfrm>
            <a:off x="4021394" y="2921168"/>
            <a:ext cx="9957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02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04365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379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5"/>
          <p:cNvSpPr txBox="1"/>
          <p:nvPr/>
        </p:nvSpPr>
        <p:spPr>
          <a:xfrm>
            <a:off x="463643" y="906312"/>
            <a:ext cx="11177627" cy="109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中，行为图图元是构成</a:t>
            </a:r>
            <a:r>
              <a:rPr lang="en-US" altLang="zh-CN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行为图脚本的基本单元，包括：启动、触发、定时、变量、对象、过程、指令、程序、中断、分支、子图、集线器、有向弧。它们通过有向弧的连接来形成逻辑链，用于表达对象之间的响应关系和执行顺序。</a:t>
            </a:r>
            <a:endParaRPr lang="en-US" altLang="zh-CN" sz="18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387" y="2333685"/>
            <a:ext cx="7980883" cy="3670255"/>
          </a:xfrm>
          <a:prstGeom prst="rect">
            <a:avLst/>
          </a:prstGeom>
        </p:spPr>
      </p:pic>
      <p:sp>
        <p:nvSpPr>
          <p:cNvPr id="10" name="文本框 14"/>
          <p:cNvSpPr txBox="1"/>
          <p:nvPr/>
        </p:nvSpPr>
        <p:spPr>
          <a:xfrm>
            <a:off x="958539" y="3316110"/>
            <a:ext cx="126694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</a:p>
        </p:txBody>
      </p:sp>
      <p:sp>
        <p:nvSpPr>
          <p:cNvPr id="11" name="矩形 10"/>
          <p:cNvSpPr/>
          <p:nvPr/>
        </p:nvSpPr>
        <p:spPr>
          <a:xfrm>
            <a:off x="566802" y="2481215"/>
            <a:ext cx="2050415" cy="4984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关系模式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基本介绍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9801272" y="3169326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48" y="1389382"/>
            <a:ext cx="7856079" cy="40792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启动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427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9768696" y="3169325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23" y="1261849"/>
            <a:ext cx="7848602" cy="43343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/>
              <a:t>触发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37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9802173" y="3169326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47" y="1273970"/>
            <a:ext cx="8336889" cy="431006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/>
              <a:t>定时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1294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b="3909"/>
          <a:stretch>
            <a:fillRect/>
          </a:stretch>
        </p:blipFill>
        <p:spPr>
          <a:xfrm>
            <a:off x="945706" y="1260474"/>
            <a:ext cx="8053775" cy="2839178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9755258" y="2660398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105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898"/>
          <a:stretch>
            <a:fillRect/>
          </a:stretch>
        </p:blipFill>
        <p:spPr>
          <a:xfrm>
            <a:off x="921931" y="1273779"/>
            <a:ext cx="8101326" cy="2742899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9811950" y="2385552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/>
              <a:t>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2352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91" y="824779"/>
            <a:ext cx="6630936" cy="27051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5" y="3529977"/>
            <a:ext cx="6631612" cy="2707106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8805216" y="2177378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</a:p>
        </p:txBody>
      </p:sp>
      <p:sp>
        <p:nvSpPr>
          <p:cNvPr id="9" name="椭圆 8"/>
          <p:cNvSpPr/>
          <p:nvPr/>
        </p:nvSpPr>
        <p:spPr>
          <a:xfrm>
            <a:off x="8805216" y="4623854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过程</a:t>
            </a:r>
            <a:r>
              <a:rPr lang="en-US" altLang="zh-CN" dirty="0" smtClean="0"/>
              <a:t>/</a:t>
            </a:r>
            <a:r>
              <a:rPr lang="zh-CN" altLang="en-US" dirty="0" smtClean="0"/>
              <a:t>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1742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9470026" y="2521013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50" y="1441709"/>
            <a:ext cx="7404481" cy="2400423"/>
          </a:xfrm>
          <a:prstGeom prst="rect">
            <a:avLst/>
          </a:prstGeom>
        </p:spPr>
      </p:pic>
      <p:sp>
        <p:nvSpPr>
          <p:cNvPr id="4" name="文本框 9"/>
          <p:cNvSpPr txBox="1"/>
          <p:nvPr/>
        </p:nvSpPr>
        <p:spPr>
          <a:xfrm>
            <a:off x="3742509" y="2252221"/>
            <a:ext cx="3900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FF0000"/>
                </a:solidFill>
              </a:rPr>
              <a:t>脚本：加载脚本文件，代码量多时采用该图元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脚本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012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0081308" y="2237948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06" y="1112913"/>
            <a:ext cx="8490386" cy="2571882"/>
          </a:xfrm>
          <a:prstGeom prst="rect">
            <a:avLst/>
          </a:prstGeom>
        </p:spPr>
      </p:pic>
      <p:sp>
        <p:nvSpPr>
          <p:cNvPr id="5" name="文本框 6"/>
          <p:cNvSpPr txBox="1"/>
          <p:nvPr/>
        </p:nvSpPr>
        <p:spPr>
          <a:xfrm>
            <a:off x="4621110" y="1993415"/>
            <a:ext cx="3775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FF0000"/>
                </a:solidFill>
              </a:rPr>
              <a:t>程序：执行一段代码，代码量少时采用该图元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0725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9815310" y="2615441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41" y="1210407"/>
            <a:ext cx="7847705" cy="3187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/>
              <a:t>中断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5298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11" y="1286900"/>
            <a:ext cx="7847705" cy="2432251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9699011" y="2355879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/>
              <a:t>分支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839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9359086" y="2391756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子图</a:t>
            </a:r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1654"/>
          <a:stretch>
            <a:fillRect/>
          </a:stretch>
        </p:blipFill>
        <p:spPr>
          <a:xfrm>
            <a:off x="885345" y="845651"/>
            <a:ext cx="6674400" cy="30905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23043" r="16384"/>
          <a:stretch>
            <a:fillRect/>
          </a:stretch>
        </p:blipFill>
        <p:spPr>
          <a:xfrm>
            <a:off x="886801" y="3936238"/>
            <a:ext cx="6672944" cy="253060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子图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379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9750967" y="2052476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连接弧</a:t>
            </a:r>
          </a:p>
        </p:txBody>
      </p:sp>
      <p:sp>
        <p:nvSpPr>
          <p:cNvPr id="3" name="椭圆 2"/>
          <p:cNvSpPr/>
          <p:nvPr/>
        </p:nvSpPr>
        <p:spPr>
          <a:xfrm>
            <a:off x="9750967" y="4635082"/>
            <a:ext cx="1433780" cy="519351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集线器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54" y="886924"/>
            <a:ext cx="8455066" cy="21579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53" y="3445388"/>
            <a:ext cx="8483723" cy="25256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行为图图元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连接弧</a:t>
            </a:r>
            <a:r>
              <a:rPr lang="en-US" altLang="zh-CN" dirty="0" smtClean="0"/>
              <a:t>/</a:t>
            </a:r>
            <a:r>
              <a:rPr lang="zh-CN" altLang="en-US" dirty="0" smtClean="0"/>
              <a:t>集线器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4458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2194" y="3314815"/>
            <a:ext cx="227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行为图编辑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4021394" y="2921168"/>
            <a:ext cx="9957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03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04365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3422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 bwMode="auto">
          <a:xfrm>
            <a:off x="8005687" y="1067086"/>
            <a:ext cx="3427082" cy="1008007"/>
          </a:xfrm>
          <a:prstGeom prst="ellipse">
            <a:avLst/>
          </a:prstGeom>
          <a:gradFill flip="none" rotWithShape="1">
            <a:gsLst>
              <a:gs pos="100000">
                <a:srgbClr val="01467F">
                  <a:alpha val="25000"/>
                </a:srgbClr>
              </a:gs>
              <a:gs pos="0">
                <a:srgbClr val="99CCFF">
                  <a:alpha val="4000"/>
                </a:srgbClr>
              </a:gs>
            </a:gsLst>
            <a:lin ang="2700000" scaled="0"/>
          </a:gradFill>
          <a:ln w="12700" cmpd="sng">
            <a:gradFill>
              <a:gsLst>
                <a:gs pos="0">
                  <a:srgbClr val="99CCFF"/>
                </a:gs>
                <a:gs pos="100000">
                  <a:srgbClr val="0094D5">
                    <a:alpha val="0"/>
                  </a:srgb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添加图元：拖拽</a:t>
            </a:r>
            <a:r>
              <a:rPr lang="en-US" altLang="zh-CN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/</a:t>
            </a: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复制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8092250" y="2817132"/>
            <a:ext cx="3427082" cy="1008007"/>
          </a:xfrm>
          <a:prstGeom prst="ellipse">
            <a:avLst/>
          </a:prstGeom>
          <a:gradFill flip="none" rotWithShape="1">
            <a:gsLst>
              <a:gs pos="100000">
                <a:srgbClr val="01467F">
                  <a:alpha val="25000"/>
                </a:srgbClr>
              </a:gs>
              <a:gs pos="0">
                <a:srgbClr val="99CCFF">
                  <a:alpha val="4000"/>
                </a:srgbClr>
              </a:gs>
            </a:gsLst>
            <a:lin ang="2700000" scaled="0"/>
          </a:gradFill>
          <a:ln w="12700" cmpd="sng">
            <a:gradFill>
              <a:gsLst>
                <a:gs pos="0">
                  <a:srgbClr val="99CCFF"/>
                </a:gs>
                <a:gs pos="100000">
                  <a:srgbClr val="0094D5">
                    <a:alpha val="0"/>
                  </a:srgb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编辑图元：编辑图元对话框，设置参数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8134922" y="4596552"/>
            <a:ext cx="3427082" cy="1417543"/>
          </a:xfrm>
          <a:prstGeom prst="ellipse">
            <a:avLst/>
          </a:prstGeom>
          <a:gradFill flip="none" rotWithShape="1">
            <a:gsLst>
              <a:gs pos="100000">
                <a:srgbClr val="01467F">
                  <a:alpha val="25000"/>
                </a:srgbClr>
              </a:gs>
              <a:gs pos="0">
                <a:srgbClr val="99CCFF">
                  <a:alpha val="4000"/>
                </a:srgbClr>
              </a:gs>
            </a:gsLst>
            <a:lin ang="2700000" scaled="0"/>
          </a:gradFill>
          <a:ln w="12700" cmpd="sng">
            <a:gradFill>
              <a:gsLst>
                <a:gs pos="0">
                  <a:srgbClr val="99CCFF"/>
                </a:gs>
                <a:gs pos="100000">
                  <a:srgbClr val="0094D5">
                    <a:alpha val="0"/>
                  </a:srgb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rgbClr val="3A6BBF"/>
              </a:solidFill>
              <a:ea typeface="思源黑体 CN Bold" panose="020B0800000000000000" charset="-122"/>
              <a:sym typeface="+mn-ea"/>
            </a:endParaRPr>
          </a:p>
        </p:txBody>
      </p:sp>
      <p:sp>
        <p:nvSpPr>
          <p:cNvPr id="6" name="文本框 19"/>
          <p:cNvSpPr txBox="1"/>
          <p:nvPr/>
        </p:nvSpPr>
        <p:spPr>
          <a:xfrm>
            <a:off x="8375015" y="4850974"/>
            <a:ext cx="31443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连接图元：有向弧连接图元</a:t>
            </a:r>
            <a:endParaRPr lang="en-US" altLang="zh-CN" dirty="0">
              <a:solidFill>
                <a:srgbClr val="3A6BBF"/>
              </a:solidFill>
              <a:ea typeface="思源黑体 CN Bold" panose="020B0800000000000000" charset="-122"/>
              <a:sym typeface="+mn-ea"/>
            </a:endParaRPr>
          </a:p>
          <a:p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逻辑关系：并行</a:t>
            </a:r>
            <a:r>
              <a:rPr lang="en-US" altLang="zh-CN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/</a:t>
            </a: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分支</a:t>
            </a:r>
            <a:r>
              <a:rPr lang="en-US" altLang="zh-CN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/</a:t>
            </a: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触发</a:t>
            </a:r>
            <a:r>
              <a:rPr lang="en-US" altLang="zh-CN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/</a:t>
            </a: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串行</a:t>
            </a:r>
            <a:r>
              <a:rPr lang="en-US" altLang="zh-CN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/</a:t>
            </a: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循环</a:t>
            </a:r>
            <a:r>
              <a:rPr lang="en-US" altLang="zh-CN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/</a:t>
            </a:r>
            <a:r>
              <a:rPr lang="zh-CN" altLang="en-US" dirty="0">
                <a:solidFill>
                  <a:srgbClr val="3A6BBF"/>
                </a:solidFill>
                <a:ea typeface="思源黑体 CN Bold" panose="020B0800000000000000" charset="-122"/>
                <a:sym typeface="+mn-ea"/>
              </a:rPr>
              <a:t>嵌套</a:t>
            </a:r>
          </a:p>
        </p:txBody>
      </p:sp>
      <p:sp>
        <p:nvSpPr>
          <p:cNvPr id="7" name="箭头: 左 69"/>
          <p:cNvSpPr/>
          <p:nvPr/>
        </p:nvSpPr>
        <p:spPr>
          <a:xfrm rot="16200000">
            <a:off x="9462891" y="1743030"/>
            <a:ext cx="685800" cy="1462405"/>
          </a:xfrm>
          <a:custGeom>
            <a:avLst/>
            <a:gdLst>
              <a:gd name="connsiteX0" fmla="*/ 0 w 2999150"/>
              <a:gd name="connsiteY0" fmla="*/ 742780 h 1485560"/>
              <a:gd name="connsiteX1" fmla="*/ 742780 w 2999150"/>
              <a:gd name="connsiteY1" fmla="*/ 0 h 1485560"/>
              <a:gd name="connsiteX2" fmla="*/ 742780 w 2999150"/>
              <a:gd name="connsiteY2" fmla="*/ 371390 h 1485560"/>
              <a:gd name="connsiteX3" fmla="*/ 2999150 w 2999150"/>
              <a:gd name="connsiteY3" fmla="*/ 371390 h 1485560"/>
              <a:gd name="connsiteX4" fmla="*/ 2999150 w 2999150"/>
              <a:gd name="connsiteY4" fmla="*/ 1114170 h 1485560"/>
              <a:gd name="connsiteX5" fmla="*/ 742780 w 2999150"/>
              <a:gd name="connsiteY5" fmla="*/ 1114170 h 1485560"/>
              <a:gd name="connsiteX6" fmla="*/ 742780 w 2999150"/>
              <a:gd name="connsiteY6" fmla="*/ 1485560 h 1485560"/>
              <a:gd name="connsiteX7" fmla="*/ 0 w 2999150"/>
              <a:gd name="connsiteY7" fmla="*/ 742780 h 1485560"/>
              <a:gd name="connsiteX0-1" fmla="*/ 0 w 3008982"/>
              <a:gd name="connsiteY0-2" fmla="*/ 1639751 h 2382531"/>
              <a:gd name="connsiteX1-3" fmla="*/ 742780 w 3008982"/>
              <a:gd name="connsiteY1-4" fmla="*/ 896971 h 2382531"/>
              <a:gd name="connsiteX2-5" fmla="*/ 742780 w 3008982"/>
              <a:gd name="connsiteY2-6" fmla="*/ 1268361 h 2382531"/>
              <a:gd name="connsiteX3-7" fmla="*/ 3008982 w 3008982"/>
              <a:gd name="connsiteY3-8" fmla="*/ 0 h 2382531"/>
              <a:gd name="connsiteX4-9" fmla="*/ 2999150 w 3008982"/>
              <a:gd name="connsiteY4-10" fmla="*/ 2011141 h 2382531"/>
              <a:gd name="connsiteX5-11" fmla="*/ 742780 w 3008982"/>
              <a:gd name="connsiteY5-12" fmla="*/ 2011141 h 2382531"/>
              <a:gd name="connsiteX6-13" fmla="*/ 742780 w 3008982"/>
              <a:gd name="connsiteY6-14" fmla="*/ 2382531 h 2382531"/>
              <a:gd name="connsiteX7-15" fmla="*/ 0 w 3008982"/>
              <a:gd name="connsiteY7-16" fmla="*/ 1639751 h 2382531"/>
              <a:gd name="connsiteX0-17" fmla="*/ 0 w 3008982"/>
              <a:gd name="connsiteY0-18" fmla="*/ 1639751 h 3279502"/>
              <a:gd name="connsiteX1-19" fmla="*/ 742780 w 3008982"/>
              <a:gd name="connsiteY1-20" fmla="*/ 896971 h 3279502"/>
              <a:gd name="connsiteX2-21" fmla="*/ 742780 w 3008982"/>
              <a:gd name="connsiteY2-22" fmla="*/ 1268361 h 3279502"/>
              <a:gd name="connsiteX3-23" fmla="*/ 3008982 w 3008982"/>
              <a:gd name="connsiteY3-24" fmla="*/ 0 h 3279502"/>
              <a:gd name="connsiteX4-25" fmla="*/ 2979486 w 3008982"/>
              <a:gd name="connsiteY4-26" fmla="*/ 3279502 h 3279502"/>
              <a:gd name="connsiteX5-27" fmla="*/ 742780 w 3008982"/>
              <a:gd name="connsiteY5-28" fmla="*/ 2011141 h 3279502"/>
              <a:gd name="connsiteX6-29" fmla="*/ 742780 w 3008982"/>
              <a:gd name="connsiteY6-30" fmla="*/ 2382531 h 3279502"/>
              <a:gd name="connsiteX7-31" fmla="*/ 0 w 3008982"/>
              <a:gd name="connsiteY7-32" fmla="*/ 1639751 h 3279502"/>
              <a:gd name="connsiteX0-33" fmla="*/ 0 w 3008982"/>
              <a:gd name="connsiteY0-34" fmla="*/ 1639751 h 3299167"/>
              <a:gd name="connsiteX1-35" fmla="*/ 742780 w 3008982"/>
              <a:gd name="connsiteY1-36" fmla="*/ 896971 h 3299167"/>
              <a:gd name="connsiteX2-37" fmla="*/ 742780 w 3008982"/>
              <a:gd name="connsiteY2-38" fmla="*/ 1268361 h 3299167"/>
              <a:gd name="connsiteX3-39" fmla="*/ 3008982 w 3008982"/>
              <a:gd name="connsiteY3-40" fmla="*/ 0 h 3299167"/>
              <a:gd name="connsiteX4-41" fmla="*/ 2999150 w 3008982"/>
              <a:gd name="connsiteY4-42" fmla="*/ 3299167 h 3299167"/>
              <a:gd name="connsiteX5-43" fmla="*/ 742780 w 3008982"/>
              <a:gd name="connsiteY5-44" fmla="*/ 2011141 h 3299167"/>
              <a:gd name="connsiteX6-45" fmla="*/ 742780 w 3008982"/>
              <a:gd name="connsiteY6-46" fmla="*/ 2382531 h 3299167"/>
              <a:gd name="connsiteX7-47" fmla="*/ 0 w 3008982"/>
              <a:gd name="connsiteY7-48" fmla="*/ 1639751 h 3299167"/>
              <a:gd name="connsiteX0-49" fmla="*/ 0 w 3008982"/>
              <a:gd name="connsiteY0-50" fmla="*/ 1639751 h 3299167"/>
              <a:gd name="connsiteX1-51" fmla="*/ 742780 w 3008982"/>
              <a:gd name="connsiteY1-52" fmla="*/ 896971 h 3299167"/>
              <a:gd name="connsiteX2-53" fmla="*/ 742780 w 3008982"/>
              <a:gd name="connsiteY2-54" fmla="*/ 1268361 h 3299167"/>
              <a:gd name="connsiteX3-55" fmla="*/ 3008982 w 3008982"/>
              <a:gd name="connsiteY3-56" fmla="*/ 0 h 3299167"/>
              <a:gd name="connsiteX4-57" fmla="*/ 2999150 w 3008982"/>
              <a:gd name="connsiteY4-58" fmla="*/ 3299167 h 3299167"/>
              <a:gd name="connsiteX5-59" fmla="*/ 742780 w 3008982"/>
              <a:gd name="connsiteY5-60" fmla="*/ 2011141 h 3299167"/>
              <a:gd name="connsiteX6-61" fmla="*/ 742780 w 3008982"/>
              <a:gd name="connsiteY6-62" fmla="*/ 2382531 h 3299167"/>
              <a:gd name="connsiteX7-63" fmla="*/ 0 w 3008982"/>
              <a:gd name="connsiteY7-64" fmla="*/ 1639751 h 3299167"/>
              <a:gd name="connsiteX0-65" fmla="*/ 0 w 3008982"/>
              <a:gd name="connsiteY0-66" fmla="*/ 1639751 h 3299167"/>
              <a:gd name="connsiteX1-67" fmla="*/ 742780 w 3008982"/>
              <a:gd name="connsiteY1-68" fmla="*/ 896971 h 3299167"/>
              <a:gd name="connsiteX2-69" fmla="*/ 742780 w 3008982"/>
              <a:gd name="connsiteY2-70" fmla="*/ 1268361 h 3299167"/>
              <a:gd name="connsiteX3-71" fmla="*/ 3008982 w 3008982"/>
              <a:gd name="connsiteY3-72" fmla="*/ 0 h 3299167"/>
              <a:gd name="connsiteX4-73" fmla="*/ 2999150 w 3008982"/>
              <a:gd name="connsiteY4-74" fmla="*/ 3299167 h 3299167"/>
              <a:gd name="connsiteX5-75" fmla="*/ 742780 w 3008982"/>
              <a:gd name="connsiteY5-76" fmla="*/ 2011141 h 3299167"/>
              <a:gd name="connsiteX6-77" fmla="*/ 742780 w 3008982"/>
              <a:gd name="connsiteY6-78" fmla="*/ 2382531 h 3299167"/>
              <a:gd name="connsiteX7-79" fmla="*/ 0 w 3008982"/>
              <a:gd name="connsiteY7-80" fmla="*/ 1639751 h 3299167"/>
              <a:gd name="connsiteX0-81" fmla="*/ 0 w 3008982"/>
              <a:gd name="connsiteY0-82" fmla="*/ 1639751 h 3299167"/>
              <a:gd name="connsiteX1-83" fmla="*/ 742780 w 3008982"/>
              <a:gd name="connsiteY1-84" fmla="*/ 896971 h 3299167"/>
              <a:gd name="connsiteX2-85" fmla="*/ 742780 w 3008982"/>
              <a:gd name="connsiteY2-86" fmla="*/ 1268361 h 3299167"/>
              <a:gd name="connsiteX3-87" fmla="*/ 3008982 w 3008982"/>
              <a:gd name="connsiteY3-88" fmla="*/ 0 h 3299167"/>
              <a:gd name="connsiteX4-89" fmla="*/ 2999150 w 3008982"/>
              <a:gd name="connsiteY4-90" fmla="*/ 3299167 h 3299167"/>
              <a:gd name="connsiteX5-91" fmla="*/ 742780 w 3008982"/>
              <a:gd name="connsiteY5-92" fmla="*/ 2011141 h 3299167"/>
              <a:gd name="connsiteX6-93" fmla="*/ 742780 w 3008982"/>
              <a:gd name="connsiteY6-94" fmla="*/ 2382531 h 3299167"/>
              <a:gd name="connsiteX7-95" fmla="*/ 0 w 3008982"/>
              <a:gd name="connsiteY7-96" fmla="*/ 1639751 h 3299167"/>
              <a:gd name="connsiteX0-97" fmla="*/ 0 w 3008982"/>
              <a:gd name="connsiteY0-98" fmla="*/ 1639751 h 3299167"/>
              <a:gd name="connsiteX1-99" fmla="*/ 742780 w 3008982"/>
              <a:gd name="connsiteY1-100" fmla="*/ 896971 h 3299167"/>
              <a:gd name="connsiteX2-101" fmla="*/ 742780 w 3008982"/>
              <a:gd name="connsiteY2-102" fmla="*/ 1268361 h 3299167"/>
              <a:gd name="connsiteX3-103" fmla="*/ 3008982 w 3008982"/>
              <a:gd name="connsiteY3-104" fmla="*/ 0 h 3299167"/>
              <a:gd name="connsiteX4-105" fmla="*/ 2999150 w 3008982"/>
              <a:gd name="connsiteY4-106" fmla="*/ 3299167 h 3299167"/>
              <a:gd name="connsiteX5-107" fmla="*/ 742780 w 3008982"/>
              <a:gd name="connsiteY5-108" fmla="*/ 2011141 h 3299167"/>
              <a:gd name="connsiteX6-109" fmla="*/ 742780 w 3008982"/>
              <a:gd name="connsiteY6-110" fmla="*/ 2382531 h 3299167"/>
              <a:gd name="connsiteX7-111" fmla="*/ 0 w 3008982"/>
              <a:gd name="connsiteY7-112" fmla="*/ 1639751 h 329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08982" h="3299167">
                <a:moveTo>
                  <a:pt x="0" y="1639751"/>
                </a:moveTo>
                <a:lnTo>
                  <a:pt x="742780" y="896971"/>
                </a:lnTo>
                <a:lnTo>
                  <a:pt x="742780" y="1268361"/>
                </a:lnTo>
                <a:cubicBezTo>
                  <a:pt x="1360529" y="1150374"/>
                  <a:pt x="2332239" y="1042219"/>
                  <a:pt x="3008982" y="0"/>
                </a:cubicBezTo>
                <a:cubicBezTo>
                  <a:pt x="3005705" y="670380"/>
                  <a:pt x="3002427" y="2628787"/>
                  <a:pt x="2999150" y="3299167"/>
                </a:cubicBezTo>
                <a:cubicBezTo>
                  <a:pt x="2335517" y="2220896"/>
                  <a:pt x="1347419" y="2125851"/>
                  <a:pt x="742780" y="2011141"/>
                </a:cubicBezTo>
                <a:lnTo>
                  <a:pt x="742780" y="2382531"/>
                </a:lnTo>
                <a:lnTo>
                  <a:pt x="0" y="1639751"/>
                </a:lnTo>
                <a:close/>
              </a:path>
            </a:pathLst>
          </a:custGeom>
          <a:gradFill flip="none" rotWithShape="1">
            <a:gsLst>
              <a:gs pos="100000">
                <a:srgbClr val="0076C0">
                  <a:alpha val="4000"/>
                </a:srgbClr>
              </a:gs>
              <a:gs pos="0">
                <a:srgbClr val="9BCFFF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8" name="箭头: 左 69"/>
          <p:cNvSpPr/>
          <p:nvPr/>
        </p:nvSpPr>
        <p:spPr>
          <a:xfrm rot="16200000">
            <a:off x="9505563" y="3493075"/>
            <a:ext cx="685800" cy="1462405"/>
          </a:xfrm>
          <a:custGeom>
            <a:avLst/>
            <a:gdLst>
              <a:gd name="connsiteX0" fmla="*/ 0 w 2999150"/>
              <a:gd name="connsiteY0" fmla="*/ 742780 h 1485560"/>
              <a:gd name="connsiteX1" fmla="*/ 742780 w 2999150"/>
              <a:gd name="connsiteY1" fmla="*/ 0 h 1485560"/>
              <a:gd name="connsiteX2" fmla="*/ 742780 w 2999150"/>
              <a:gd name="connsiteY2" fmla="*/ 371390 h 1485560"/>
              <a:gd name="connsiteX3" fmla="*/ 2999150 w 2999150"/>
              <a:gd name="connsiteY3" fmla="*/ 371390 h 1485560"/>
              <a:gd name="connsiteX4" fmla="*/ 2999150 w 2999150"/>
              <a:gd name="connsiteY4" fmla="*/ 1114170 h 1485560"/>
              <a:gd name="connsiteX5" fmla="*/ 742780 w 2999150"/>
              <a:gd name="connsiteY5" fmla="*/ 1114170 h 1485560"/>
              <a:gd name="connsiteX6" fmla="*/ 742780 w 2999150"/>
              <a:gd name="connsiteY6" fmla="*/ 1485560 h 1485560"/>
              <a:gd name="connsiteX7" fmla="*/ 0 w 2999150"/>
              <a:gd name="connsiteY7" fmla="*/ 742780 h 1485560"/>
              <a:gd name="connsiteX0-1" fmla="*/ 0 w 3008982"/>
              <a:gd name="connsiteY0-2" fmla="*/ 1639751 h 2382531"/>
              <a:gd name="connsiteX1-3" fmla="*/ 742780 w 3008982"/>
              <a:gd name="connsiteY1-4" fmla="*/ 896971 h 2382531"/>
              <a:gd name="connsiteX2-5" fmla="*/ 742780 w 3008982"/>
              <a:gd name="connsiteY2-6" fmla="*/ 1268361 h 2382531"/>
              <a:gd name="connsiteX3-7" fmla="*/ 3008982 w 3008982"/>
              <a:gd name="connsiteY3-8" fmla="*/ 0 h 2382531"/>
              <a:gd name="connsiteX4-9" fmla="*/ 2999150 w 3008982"/>
              <a:gd name="connsiteY4-10" fmla="*/ 2011141 h 2382531"/>
              <a:gd name="connsiteX5-11" fmla="*/ 742780 w 3008982"/>
              <a:gd name="connsiteY5-12" fmla="*/ 2011141 h 2382531"/>
              <a:gd name="connsiteX6-13" fmla="*/ 742780 w 3008982"/>
              <a:gd name="connsiteY6-14" fmla="*/ 2382531 h 2382531"/>
              <a:gd name="connsiteX7-15" fmla="*/ 0 w 3008982"/>
              <a:gd name="connsiteY7-16" fmla="*/ 1639751 h 2382531"/>
              <a:gd name="connsiteX0-17" fmla="*/ 0 w 3008982"/>
              <a:gd name="connsiteY0-18" fmla="*/ 1639751 h 3279502"/>
              <a:gd name="connsiteX1-19" fmla="*/ 742780 w 3008982"/>
              <a:gd name="connsiteY1-20" fmla="*/ 896971 h 3279502"/>
              <a:gd name="connsiteX2-21" fmla="*/ 742780 w 3008982"/>
              <a:gd name="connsiteY2-22" fmla="*/ 1268361 h 3279502"/>
              <a:gd name="connsiteX3-23" fmla="*/ 3008982 w 3008982"/>
              <a:gd name="connsiteY3-24" fmla="*/ 0 h 3279502"/>
              <a:gd name="connsiteX4-25" fmla="*/ 2979486 w 3008982"/>
              <a:gd name="connsiteY4-26" fmla="*/ 3279502 h 3279502"/>
              <a:gd name="connsiteX5-27" fmla="*/ 742780 w 3008982"/>
              <a:gd name="connsiteY5-28" fmla="*/ 2011141 h 3279502"/>
              <a:gd name="connsiteX6-29" fmla="*/ 742780 w 3008982"/>
              <a:gd name="connsiteY6-30" fmla="*/ 2382531 h 3279502"/>
              <a:gd name="connsiteX7-31" fmla="*/ 0 w 3008982"/>
              <a:gd name="connsiteY7-32" fmla="*/ 1639751 h 3279502"/>
              <a:gd name="connsiteX0-33" fmla="*/ 0 w 3008982"/>
              <a:gd name="connsiteY0-34" fmla="*/ 1639751 h 3299167"/>
              <a:gd name="connsiteX1-35" fmla="*/ 742780 w 3008982"/>
              <a:gd name="connsiteY1-36" fmla="*/ 896971 h 3299167"/>
              <a:gd name="connsiteX2-37" fmla="*/ 742780 w 3008982"/>
              <a:gd name="connsiteY2-38" fmla="*/ 1268361 h 3299167"/>
              <a:gd name="connsiteX3-39" fmla="*/ 3008982 w 3008982"/>
              <a:gd name="connsiteY3-40" fmla="*/ 0 h 3299167"/>
              <a:gd name="connsiteX4-41" fmla="*/ 2999150 w 3008982"/>
              <a:gd name="connsiteY4-42" fmla="*/ 3299167 h 3299167"/>
              <a:gd name="connsiteX5-43" fmla="*/ 742780 w 3008982"/>
              <a:gd name="connsiteY5-44" fmla="*/ 2011141 h 3299167"/>
              <a:gd name="connsiteX6-45" fmla="*/ 742780 w 3008982"/>
              <a:gd name="connsiteY6-46" fmla="*/ 2382531 h 3299167"/>
              <a:gd name="connsiteX7-47" fmla="*/ 0 w 3008982"/>
              <a:gd name="connsiteY7-48" fmla="*/ 1639751 h 3299167"/>
              <a:gd name="connsiteX0-49" fmla="*/ 0 w 3008982"/>
              <a:gd name="connsiteY0-50" fmla="*/ 1639751 h 3299167"/>
              <a:gd name="connsiteX1-51" fmla="*/ 742780 w 3008982"/>
              <a:gd name="connsiteY1-52" fmla="*/ 896971 h 3299167"/>
              <a:gd name="connsiteX2-53" fmla="*/ 742780 w 3008982"/>
              <a:gd name="connsiteY2-54" fmla="*/ 1268361 h 3299167"/>
              <a:gd name="connsiteX3-55" fmla="*/ 3008982 w 3008982"/>
              <a:gd name="connsiteY3-56" fmla="*/ 0 h 3299167"/>
              <a:gd name="connsiteX4-57" fmla="*/ 2999150 w 3008982"/>
              <a:gd name="connsiteY4-58" fmla="*/ 3299167 h 3299167"/>
              <a:gd name="connsiteX5-59" fmla="*/ 742780 w 3008982"/>
              <a:gd name="connsiteY5-60" fmla="*/ 2011141 h 3299167"/>
              <a:gd name="connsiteX6-61" fmla="*/ 742780 w 3008982"/>
              <a:gd name="connsiteY6-62" fmla="*/ 2382531 h 3299167"/>
              <a:gd name="connsiteX7-63" fmla="*/ 0 w 3008982"/>
              <a:gd name="connsiteY7-64" fmla="*/ 1639751 h 3299167"/>
              <a:gd name="connsiteX0-65" fmla="*/ 0 w 3008982"/>
              <a:gd name="connsiteY0-66" fmla="*/ 1639751 h 3299167"/>
              <a:gd name="connsiteX1-67" fmla="*/ 742780 w 3008982"/>
              <a:gd name="connsiteY1-68" fmla="*/ 896971 h 3299167"/>
              <a:gd name="connsiteX2-69" fmla="*/ 742780 w 3008982"/>
              <a:gd name="connsiteY2-70" fmla="*/ 1268361 h 3299167"/>
              <a:gd name="connsiteX3-71" fmla="*/ 3008982 w 3008982"/>
              <a:gd name="connsiteY3-72" fmla="*/ 0 h 3299167"/>
              <a:gd name="connsiteX4-73" fmla="*/ 2999150 w 3008982"/>
              <a:gd name="connsiteY4-74" fmla="*/ 3299167 h 3299167"/>
              <a:gd name="connsiteX5-75" fmla="*/ 742780 w 3008982"/>
              <a:gd name="connsiteY5-76" fmla="*/ 2011141 h 3299167"/>
              <a:gd name="connsiteX6-77" fmla="*/ 742780 w 3008982"/>
              <a:gd name="connsiteY6-78" fmla="*/ 2382531 h 3299167"/>
              <a:gd name="connsiteX7-79" fmla="*/ 0 w 3008982"/>
              <a:gd name="connsiteY7-80" fmla="*/ 1639751 h 3299167"/>
              <a:gd name="connsiteX0-81" fmla="*/ 0 w 3008982"/>
              <a:gd name="connsiteY0-82" fmla="*/ 1639751 h 3299167"/>
              <a:gd name="connsiteX1-83" fmla="*/ 742780 w 3008982"/>
              <a:gd name="connsiteY1-84" fmla="*/ 896971 h 3299167"/>
              <a:gd name="connsiteX2-85" fmla="*/ 742780 w 3008982"/>
              <a:gd name="connsiteY2-86" fmla="*/ 1268361 h 3299167"/>
              <a:gd name="connsiteX3-87" fmla="*/ 3008982 w 3008982"/>
              <a:gd name="connsiteY3-88" fmla="*/ 0 h 3299167"/>
              <a:gd name="connsiteX4-89" fmla="*/ 2999150 w 3008982"/>
              <a:gd name="connsiteY4-90" fmla="*/ 3299167 h 3299167"/>
              <a:gd name="connsiteX5-91" fmla="*/ 742780 w 3008982"/>
              <a:gd name="connsiteY5-92" fmla="*/ 2011141 h 3299167"/>
              <a:gd name="connsiteX6-93" fmla="*/ 742780 w 3008982"/>
              <a:gd name="connsiteY6-94" fmla="*/ 2382531 h 3299167"/>
              <a:gd name="connsiteX7-95" fmla="*/ 0 w 3008982"/>
              <a:gd name="connsiteY7-96" fmla="*/ 1639751 h 3299167"/>
              <a:gd name="connsiteX0-97" fmla="*/ 0 w 3008982"/>
              <a:gd name="connsiteY0-98" fmla="*/ 1639751 h 3299167"/>
              <a:gd name="connsiteX1-99" fmla="*/ 742780 w 3008982"/>
              <a:gd name="connsiteY1-100" fmla="*/ 896971 h 3299167"/>
              <a:gd name="connsiteX2-101" fmla="*/ 742780 w 3008982"/>
              <a:gd name="connsiteY2-102" fmla="*/ 1268361 h 3299167"/>
              <a:gd name="connsiteX3-103" fmla="*/ 3008982 w 3008982"/>
              <a:gd name="connsiteY3-104" fmla="*/ 0 h 3299167"/>
              <a:gd name="connsiteX4-105" fmla="*/ 2999150 w 3008982"/>
              <a:gd name="connsiteY4-106" fmla="*/ 3299167 h 3299167"/>
              <a:gd name="connsiteX5-107" fmla="*/ 742780 w 3008982"/>
              <a:gd name="connsiteY5-108" fmla="*/ 2011141 h 3299167"/>
              <a:gd name="connsiteX6-109" fmla="*/ 742780 w 3008982"/>
              <a:gd name="connsiteY6-110" fmla="*/ 2382531 h 3299167"/>
              <a:gd name="connsiteX7-111" fmla="*/ 0 w 3008982"/>
              <a:gd name="connsiteY7-112" fmla="*/ 1639751 h 3299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08982" h="3299167">
                <a:moveTo>
                  <a:pt x="0" y="1639751"/>
                </a:moveTo>
                <a:lnTo>
                  <a:pt x="742780" y="896971"/>
                </a:lnTo>
                <a:lnTo>
                  <a:pt x="742780" y="1268361"/>
                </a:lnTo>
                <a:cubicBezTo>
                  <a:pt x="1360529" y="1150374"/>
                  <a:pt x="2332239" y="1042219"/>
                  <a:pt x="3008982" y="0"/>
                </a:cubicBezTo>
                <a:cubicBezTo>
                  <a:pt x="3005705" y="670380"/>
                  <a:pt x="3002427" y="2628787"/>
                  <a:pt x="2999150" y="3299167"/>
                </a:cubicBezTo>
                <a:cubicBezTo>
                  <a:pt x="2335517" y="2220896"/>
                  <a:pt x="1347419" y="2125851"/>
                  <a:pt x="742780" y="2011141"/>
                </a:cubicBezTo>
                <a:lnTo>
                  <a:pt x="742780" y="2382531"/>
                </a:lnTo>
                <a:lnTo>
                  <a:pt x="0" y="1639751"/>
                </a:lnTo>
                <a:close/>
              </a:path>
            </a:pathLst>
          </a:custGeom>
          <a:gradFill flip="none" rotWithShape="1">
            <a:gsLst>
              <a:gs pos="100000">
                <a:srgbClr val="0076C0">
                  <a:alpha val="4000"/>
                </a:srgbClr>
              </a:gs>
              <a:gs pos="0">
                <a:srgbClr val="9BCFFF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b="15283"/>
          <a:stretch>
            <a:fillRect/>
          </a:stretch>
        </p:blipFill>
        <p:spPr>
          <a:xfrm>
            <a:off x="762982" y="600296"/>
            <a:ext cx="6933600" cy="21039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l="16793" t="39173"/>
          <a:stretch>
            <a:fillRect/>
          </a:stretch>
        </p:blipFill>
        <p:spPr>
          <a:xfrm>
            <a:off x="764108" y="2811180"/>
            <a:ext cx="6932474" cy="201520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/>
          <a:srcRect b="15565"/>
          <a:stretch>
            <a:fillRect/>
          </a:stretch>
        </p:blipFill>
        <p:spPr>
          <a:xfrm>
            <a:off x="764108" y="4965274"/>
            <a:ext cx="6932474" cy="141634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行为图编辑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2983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2194" y="3314815"/>
            <a:ext cx="227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开发流程案例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4021394" y="2921168"/>
            <a:ext cx="9957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04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822061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04365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5762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行为图12">
            <a:hlinkClick r:id="" action="ppaction://media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25" y="778398"/>
            <a:ext cx="9753600" cy="5486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开发流程案例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9853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1473B757-9D0C-4144-B913-DF43D0196110}"/>
              </a:ext>
            </a:extLst>
          </p:cNvPr>
          <p:cNvSpPr/>
          <p:nvPr/>
        </p:nvSpPr>
        <p:spPr>
          <a:xfrm>
            <a:off x="3672614" y="3067391"/>
            <a:ext cx="551946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培训教程第四讲：</a:t>
            </a:r>
            <a:r>
              <a:rPr lang="zh-CN" altLang="en-US" sz="3200" b="1" dirty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逻辑行为图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END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wMzc2NTFhMTI1ZThkNDk2NDlhMzU2YWFhMWZmMzkifQ=="/>
</p:tagLst>
</file>

<file path=ppt/theme/theme1.xml><?xml version="1.0" encoding="utf-8"?>
<a:theme xmlns:a="http://schemas.openxmlformats.org/drawingml/2006/main" name="同元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25000"/>
          </a:lnSpc>
          <a:defRPr sz="1600" dirty="0" smtClean="0">
            <a:latin typeface="等线" panose="02010600030101010101" pitchFamily="2" charset="-122"/>
            <a:ea typeface="等线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同元</Template>
  <TotalTime>194</TotalTime>
  <Words>366</Words>
  <Application>Microsoft Office PowerPoint</Application>
  <PresentationFormat>宽屏</PresentationFormat>
  <Paragraphs>71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Microsoft YaHei UI</vt:lpstr>
      <vt:lpstr>等线</vt:lpstr>
      <vt:lpstr>思源黑体 CN Bold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同元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10</cp:revision>
  <dcterms:created xsi:type="dcterms:W3CDTF">2024-09-03T02:54:00Z</dcterms:created>
  <dcterms:modified xsi:type="dcterms:W3CDTF">2024-09-13T02:48:49Z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6CF5E696A18B46A5B26D44B2B828DD32_12</vt:lpwstr>
  </property>
  <property fmtid="{D5CDD505-2E9C-101B-9397-08002B2CF9AE}" pid="3" name="KSOProductBuildVer">
    <vt:lpwstr>2052-12.1.0.17827</vt:lpwstr>
  </property>
</Properties>
</file>